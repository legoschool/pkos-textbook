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자료변환기는 흩어진 수업·연구 자료를 AI와 웹이 읽을 수 있는 마크다운으로 바꾸는 파이썬 도구입니다. 오늘은 왜 만들었는지, 어떻게 쓰는지, 앞으로 무엇을 할 수 있는지 다섯 장으로 소개합니다.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수업 자료와 연구 자료가 한글, 워드, PPT, PDF, 사진으로 흩어져 있어서 필요할 때 찾기 어렵고, AI에게 자료를 주려면 파일마다 열어 복사해야 했습니다. 이름이 PDF인데 속은 워드인 파일도 흔했습니다. 그래서 폴더를 통째로 넣으면 내용을 보고 형식을 판별해 마크다운 묶음과 목차를 만들고, 개인정보는 기본으로 가리는 도구를 만들었습니다.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쓰는 법은 네 단계입니다. 교재에서 코드와 실습 자료를 받아 풀고, 설치.cmd를 더블클릭하면 파이썬 라이브러리가 설치됩니다. 변환할 폴더를 변환하기.cmd 위로 끌어다 놓고 y를 누르면 변환되고, 결과 폴더의 INDEX.md에서 목차를 봅니다. 오른쪽은 실제 실행 화면입니다. 명령창을 쓰는 분은 훑기로 먼저 살펴본 뒤 변환하면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교재, 코드, 실습 자료, 이 발표자료까지 모두 공개 저장소에 올려 두었습니다. QR로 교재를 바로 열 수 있고, 구글 사이트에는 삽입 메뉴에서 URL로 교재 주소를 넣으면 사이트 안에 그대로 보입니다. 자가진단 126개 항목을 통과했고, 실제 대학원 자료 215개를 변환하며 프로그램 오류는 없었습니다.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앞으로는 글자 인식을 켜서 스캔 자료까지 읽고, 변환 기록을 웹뷰어에 연결해 학교 자료를 검색하고, 변환한 마크다운을 AI 수업 도우미에 넣어 우리 자료에 근거한 답을 받을 수 있습니다. 파이썬 수업에서 학생과 코드를 읽고 고쳐 보는 교재로도 쓸 수 있습니다. 필요한 기능은 저장소에 제안해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CD03"/>
        </a:solidFill>
      </p:bgPr>
    </p:bg>
    <p:spTree>
      <p:nvGrpSpPr>
        <p:cNvPr id="1" name=""/>
        <p:cNvGrpSpPr/>
        <p:nvPr/>
      </p:nvGrpSpPr>
      <p:grpSpPr>
        <a:xfrm>
          <a:off x="0" y="0"/>
          <a:ext cx="0" cy="0"/>
          <a:chOff x="0" y="0"/>
          <a:chExt cx="0" cy="0"/>
        </a:xfrm>
      </p:grpSpPr>
      <p:sp>
        <p:nvSpPr>
          <p:cNvPr id="2" name="Shape 0"/>
          <p:cNvSpPr/>
          <p:nvPr/>
        </p:nvSpPr>
        <p:spPr>
          <a:xfrm>
            <a:off x="548640" y="685800"/>
            <a:ext cx="2331720" cy="438912"/>
          </a:xfrm>
          <a:prstGeom prst="roundRect">
            <a:avLst>
              <a:gd name="adj" fmla="val 16667"/>
            </a:avLst>
          </a:prstGeom>
          <a:solidFill>
            <a:srgbClr val="FFFFFF"/>
          </a:solidFill>
          <a:ln w="22225">
            <a:solidFill>
              <a:srgbClr val="1B1B1B"/>
            </a:solidFill>
            <a:prstDash val="solid"/>
          </a:ln>
        </p:spPr>
      </p:sp>
      <p:sp>
        <p:nvSpPr>
          <p:cNvPr id="3" name="Text 1"/>
          <p:cNvSpPr txBox="1"/>
          <p:nvPr/>
        </p:nvSpPr>
        <p:spPr>
          <a:xfrm>
            <a:off x="548640" y="685800"/>
            <a:ext cx="2331720" cy="438912"/>
          </a:xfrm>
          <a:prstGeom prst="rect">
            <a:avLst/>
          </a:prstGeom>
          <a:noFill/>
          <a:ln/>
        </p:spPr>
        <p:txBody>
          <a:bodyPr wrap="square" lIns="0" tIns="0" rIns="0" bIns="0" rtlCol="0" anchor="ctr"/>
          <a:lstStyle/>
          <a:p>
            <a:pPr algn="ctr" indent="0" marL="0">
              <a:lnSpc>
                <a:spcPct val="110000"/>
              </a:lnSpc>
              <a:buNone/>
            </a:pPr>
            <a:r>
              <a:rPr lang="en-US" sz="1500" b="1" dirty="0">
                <a:solidFill>
                  <a:srgbClr val="1B1B1B"/>
                </a:solidFill>
                <a:latin typeface="맑은 고딕" pitchFamily="34" charset="0"/>
                <a:ea typeface="맑은 고딕" pitchFamily="34" charset="-122"/>
                <a:cs typeface="맑은 고딕" pitchFamily="34" charset="-120"/>
              </a:rPr>
              <a:t>자료변환기 소개</a:t>
            </a:r>
            <a:endParaRPr lang="en-US" sz="1500" dirty="0"/>
          </a:p>
        </p:txBody>
      </p:sp>
      <p:sp>
        <p:nvSpPr>
          <p:cNvPr id="4" name="Text 2"/>
          <p:cNvSpPr txBox="1"/>
          <p:nvPr/>
        </p:nvSpPr>
        <p:spPr>
          <a:xfrm>
            <a:off x="548640" y="1417320"/>
            <a:ext cx="6583680" cy="2103120"/>
          </a:xfrm>
          <a:prstGeom prst="rect">
            <a:avLst/>
          </a:prstGeom>
          <a:noFill/>
          <a:ln/>
        </p:spPr>
        <p:txBody>
          <a:bodyPr wrap="square" lIns="0" tIns="0" rIns="0" bIns="0" rtlCol="0" anchor="ctr"/>
          <a:lstStyle/>
          <a:p>
            <a:pPr algn="l" indent="0" marL="0">
              <a:lnSpc>
                <a:spcPct val="100000"/>
              </a:lnSpc>
              <a:buNone/>
            </a:pPr>
            <a:r>
              <a:rPr lang="en-US" sz="5400" b="1" dirty="0">
                <a:solidFill>
                  <a:srgbClr val="1B1B1B"/>
                </a:solidFill>
                <a:latin typeface="맑은 고딕" pitchFamily="34" charset="0"/>
                <a:ea typeface="맑은 고딕" pitchFamily="34" charset="-122"/>
                <a:cs typeface="맑은 고딕" pitchFamily="34" charset="-120"/>
              </a:rPr>
              <a:t>흩어진 자료를</a:t>
            </a:r>
            <a:endParaRPr lang="en-US" sz="5400" dirty="0"/>
          </a:p>
          <a:p>
            <a:pPr algn="l" indent="0" marL="0">
              <a:lnSpc>
                <a:spcPct val="100000"/>
              </a:lnSpc>
              <a:buNone/>
            </a:pPr>
            <a:r>
              <a:rPr lang="en-US" sz="5400" b="1" dirty="0">
                <a:solidFill>
                  <a:srgbClr val="1B1B1B"/>
                </a:solidFill>
                <a:latin typeface="맑은 고딕" pitchFamily="34" charset="0"/>
                <a:ea typeface="맑은 고딕" pitchFamily="34" charset="-122"/>
                <a:cs typeface="맑은 고딕" pitchFamily="34" charset="-120"/>
              </a:rPr>
              <a:t>마크다운으로 쌓다</a:t>
            </a:r>
            <a:endParaRPr lang="en-US" sz="5400" dirty="0"/>
          </a:p>
        </p:txBody>
      </p:sp>
      <p:sp>
        <p:nvSpPr>
          <p:cNvPr id="5" name="Text 3"/>
          <p:cNvSpPr txBox="1"/>
          <p:nvPr/>
        </p:nvSpPr>
        <p:spPr>
          <a:xfrm>
            <a:off x="566928" y="3703320"/>
            <a:ext cx="6583680" cy="914400"/>
          </a:xfrm>
          <a:prstGeom prst="rect">
            <a:avLst/>
          </a:prstGeom>
          <a:noFill/>
          <a:ln/>
        </p:spPr>
        <p:txBody>
          <a:bodyPr wrap="square" lIns="0" tIns="0" rIns="0" bIns="0" rtlCol="0" anchor="t"/>
          <a:lstStyle/>
          <a:p>
            <a:pPr algn="l" indent="0" marL="0">
              <a:lnSpc>
                <a:spcPct val="125000"/>
              </a:lnSpc>
              <a:buNone/>
            </a:pPr>
            <a:r>
              <a:rPr lang="en-US" sz="1900" dirty="0">
                <a:solidFill>
                  <a:srgbClr val="3A3000"/>
                </a:solidFill>
                <a:latin typeface="맑은 고딕" pitchFamily="34" charset="0"/>
                <a:ea typeface="맑은 고딕" pitchFamily="34" charset="-122"/>
                <a:cs typeface="맑은 고딕" pitchFamily="34" charset="-120"/>
              </a:rPr>
              <a:t>한글·워드·PPT·엑셀·PDF·사진을 폴더째 넣으면</a:t>
            </a:r>
            <a:endParaRPr lang="en-US" sz="1900" dirty="0"/>
          </a:p>
          <a:p>
            <a:pPr algn="l" indent="0" marL="0">
              <a:lnSpc>
                <a:spcPct val="125000"/>
              </a:lnSpc>
              <a:buNone/>
            </a:pPr>
            <a:r>
              <a:rPr lang="en-US" sz="1900" dirty="0">
                <a:solidFill>
                  <a:srgbClr val="3A3000"/>
                </a:solidFill>
                <a:latin typeface="맑은 고딕" pitchFamily="34" charset="0"/>
                <a:ea typeface="맑은 고딕" pitchFamily="34" charset="-122"/>
                <a:cs typeface="맑은 고딕" pitchFamily="34" charset="-120"/>
              </a:rPr>
              <a:t>AI와 웹이 읽는 .md 묶음과 목차가 나오는 파이썬 도구</a:t>
            </a:r>
            <a:endParaRPr lang="en-US" sz="1900" dirty="0"/>
          </a:p>
        </p:txBody>
      </p:sp>
      <p:sp>
        <p:nvSpPr>
          <p:cNvPr id="6" name="Text 4"/>
          <p:cNvSpPr txBox="1"/>
          <p:nvPr/>
        </p:nvSpPr>
        <p:spPr>
          <a:xfrm>
            <a:off x="566928" y="5897880"/>
            <a:ext cx="6858000" cy="365760"/>
          </a:xfrm>
          <a:prstGeom prst="rect">
            <a:avLst/>
          </a:prstGeom>
          <a:noFill/>
          <a:ln/>
        </p:spPr>
        <p:txBody>
          <a:bodyPr wrap="square" lIns="0" tIns="0" rIns="0" bIns="0" rtlCol="0" anchor="ctr"/>
          <a:lstStyle/>
          <a:p>
            <a:pPr algn="l" indent="0" marL="0">
              <a:lnSpc>
                <a:spcPct val="110000"/>
              </a:lnSpc>
              <a:buNone/>
            </a:pPr>
            <a:r>
              <a:rPr lang="en-US" sz="1400" b="1" dirty="0">
                <a:solidFill>
                  <a:srgbClr val="3A3000"/>
                </a:solidFill>
                <a:latin typeface="맑은 고딕" pitchFamily="34" charset="0"/>
                <a:ea typeface="맑은 고딕" pitchFamily="34" charset="-122"/>
                <a:cs typeface="맑은 고딕" pitchFamily="34" charset="-120"/>
              </a:rPr>
              <a:t>레고학교   ·   legoschool.github.io/pkos-textbook</a:t>
            </a:r>
            <a:endParaRPr lang="en-US" sz="1400" dirty="0"/>
          </a:p>
        </p:txBody>
      </p:sp>
      <p:sp>
        <p:nvSpPr>
          <p:cNvPr id="7" name="Shape 5"/>
          <p:cNvSpPr/>
          <p:nvPr/>
        </p:nvSpPr>
        <p:spPr>
          <a:xfrm rot="-480000">
            <a:off x="7315200" y="1234440"/>
            <a:ext cx="960120" cy="566928"/>
          </a:xfrm>
          <a:prstGeom prst="roundRect">
            <a:avLst>
              <a:gd name="adj" fmla="val 9677"/>
            </a:avLst>
          </a:prstGeom>
          <a:solidFill>
            <a:srgbClr val="0055BF"/>
          </a:solidFill>
          <a:ln w="15875">
            <a:solidFill>
              <a:srgbClr val="003D8A"/>
            </a:solidFill>
            <a:prstDash val="solid"/>
          </a:ln>
          <a:effectLst>
            <a:outerShdw sx="100000" sy="100000" kx="0" ky="0" algn="bl" rotWithShape="0" blurRad="101600" dist="38100" dir="2700000">
              <a:srgbClr val="000000">
                <a:alpha val="28000"/>
              </a:srgbClr>
            </a:outerShdw>
          </a:effectLst>
        </p:spPr>
      </p:sp>
      <p:sp>
        <p:nvSpPr>
          <p:cNvPr id="8" name="Text 6"/>
          <p:cNvSpPr txBox="1"/>
          <p:nvPr/>
        </p:nvSpPr>
        <p:spPr>
          <a:xfrm rot="-480000">
            <a:off x="7315200" y="1234440"/>
            <a:ext cx="960120" cy="566928"/>
          </a:xfrm>
          <a:prstGeom prst="rect">
            <a:avLst/>
          </a:prstGeom>
          <a:noFill/>
          <a:ln/>
        </p:spPr>
        <p:txBody>
          <a:bodyPr wrap="square" lIns="0" tIns="0" rIns="0" bIns="0" rtlCol="0" anchor="ctr"/>
          <a:lstStyle/>
          <a:p>
            <a:pPr algn="ctr" indent="0" marL="0">
              <a:lnSpc>
                <a:spcPct val="110000"/>
              </a:lnSpc>
              <a:buNone/>
            </a:pPr>
            <a:r>
              <a:rPr lang="en-US" sz="1500" b="1" dirty="0">
                <a:solidFill>
                  <a:srgbClr val="FFFFFF"/>
                </a:solidFill>
                <a:latin typeface="맑은 고딕" pitchFamily="34" charset="0"/>
                <a:ea typeface="맑은 고딕" pitchFamily="34" charset="-122"/>
                <a:cs typeface="맑은 고딕" pitchFamily="34" charset="-120"/>
              </a:rPr>
              <a:t>HWP</a:t>
            </a:r>
            <a:endParaRPr lang="en-US" sz="1500" dirty="0"/>
          </a:p>
        </p:txBody>
      </p:sp>
      <p:sp>
        <p:nvSpPr>
          <p:cNvPr id="9" name="Shape 7"/>
          <p:cNvSpPr/>
          <p:nvPr/>
        </p:nvSpPr>
        <p:spPr>
          <a:xfrm rot="360000">
            <a:off x="8458200" y="868680"/>
            <a:ext cx="960120" cy="566928"/>
          </a:xfrm>
          <a:prstGeom prst="roundRect">
            <a:avLst>
              <a:gd name="adj" fmla="val 9677"/>
            </a:avLst>
          </a:prstGeom>
          <a:solidFill>
            <a:srgbClr val="D01012"/>
          </a:solidFill>
          <a:ln w="15875">
            <a:solidFill>
              <a:srgbClr val="960C0D"/>
            </a:solidFill>
            <a:prstDash val="solid"/>
          </a:ln>
          <a:effectLst>
            <a:outerShdw sx="100000" sy="100000" kx="0" ky="0" algn="bl" rotWithShape="0" blurRad="101600" dist="38100" dir="2700000">
              <a:srgbClr val="000000">
                <a:alpha val="28000"/>
              </a:srgbClr>
            </a:outerShdw>
          </a:effectLst>
        </p:spPr>
      </p:sp>
      <p:sp>
        <p:nvSpPr>
          <p:cNvPr id="10" name="Text 8"/>
          <p:cNvSpPr txBox="1"/>
          <p:nvPr/>
        </p:nvSpPr>
        <p:spPr>
          <a:xfrm rot="360000">
            <a:off x="8458200" y="868680"/>
            <a:ext cx="960120" cy="566928"/>
          </a:xfrm>
          <a:prstGeom prst="rect">
            <a:avLst/>
          </a:prstGeom>
          <a:noFill/>
          <a:ln/>
        </p:spPr>
        <p:txBody>
          <a:bodyPr wrap="square" lIns="0" tIns="0" rIns="0" bIns="0" rtlCol="0" anchor="ctr"/>
          <a:lstStyle/>
          <a:p>
            <a:pPr algn="ctr" indent="0" marL="0">
              <a:lnSpc>
                <a:spcPct val="110000"/>
              </a:lnSpc>
              <a:buNone/>
            </a:pPr>
            <a:r>
              <a:rPr lang="en-US" sz="1500" b="1" dirty="0">
                <a:solidFill>
                  <a:srgbClr val="FFFFFF"/>
                </a:solidFill>
                <a:latin typeface="맑은 고딕" pitchFamily="34" charset="0"/>
                <a:ea typeface="맑은 고딕" pitchFamily="34" charset="-122"/>
                <a:cs typeface="맑은 고딕" pitchFamily="34" charset="-120"/>
              </a:rPr>
              <a:t>PDF</a:t>
            </a:r>
            <a:endParaRPr lang="en-US" sz="1500" dirty="0"/>
          </a:p>
        </p:txBody>
      </p:sp>
      <p:sp>
        <p:nvSpPr>
          <p:cNvPr id="11" name="Shape 9"/>
          <p:cNvSpPr/>
          <p:nvPr/>
        </p:nvSpPr>
        <p:spPr>
          <a:xfrm rot="240000">
            <a:off x="7635240" y="2240280"/>
            <a:ext cx="960120" cy="566928"/>
          </a:xfrm>
          <a:prstGeom prst="roundRect">
            <a:avLst>
              <a:gd name="adj" fmla="val 9677"/>
            </a:avLst>
          </a:prstGeom>
          <a:solidFill>
            <a:srgbClr val="F57C00"/>
          </a:solidFill>
          <a:ln w="15875">
            <a:solidFill>
              <a:srgbClr val="B05900"/>
            </a:solidFill>
            <a:prstDash val="solid"/>
          </a:ln>
          <a:effectLst>
            <a:outerShdw sx="100000" sy="100000" kx="0" ky="0" algn="bl" rotWithShape="0" blurRad="101600" dist="38100" dir="2700000">
              <a:srgbClr val="000000">
                <a:alpha val="28000"/>
              </a:srgbClr>
            </a:outerShdw>
          </a:effectLst>
        </p:spPr>
      </p:sp>
      <p:sp>
        <p:nvSpPr>
          <p:cNvPr id="12" name="Text 10"/>
          <p:cNvSpPr txBox="1"/>
          <p:nvPr/>
        </p:nvSpPr>
        <p:spPr>
          <a:xfrm rot="240000">
            <a:off x="7635240" y="2240280"/>
            <a:ext cx="960120" cy="566928"/>
          </a:xfrm>
          <a:prstGeom prst="rect">
            <a:avLst/>
          </a:prstGeom>
          <a:noFill/>
          <a:ln/>
        </p:spPr>
        <p:txBody>
          <a:bodyPr wrap="square" lIns="0" tIns="0" rIns="0" bIns="0" rtlCol="0" anchor="ctr"/>
          <a:lstStyle/>
          <a:p>
            <a:pPr algn="ctr" indent="0" marL="0">
              <a:lnSpc>
                <a:spcPct val="110000"/>
              </a:lnSpc>
              <a:buNone/>
            </a:pPr>
            <a:r>
              <a:rPr lang="en-US" sz="1500" b="1" dirty="0">
                <a:solidFill>
                  <a:srgbClr val="FFFFFF"/>
                </a:solidFill>
                <a:latin typeface="맑은 고딕" pitchFamily="34" charset="0"/>
                <a:ea typeface="맑은 고딕" pitchFamily="34" charset="-122"/>
                <a:cs typeface="맑은 고딕" pitchFamily="34" charset="-120"/>
              </a:rPr>
              <a:t>PPT</a:t>
            </a:r>
            <a:endParaRPr lang="en-US" sz="1500" dirty="0"/>
          </a:p>
        </p:txBody>
      </p:sp>
      <p:sp>
        <p:nvSpPr>
          <p:cNvPr id="13" name="Shape 11"/>
          <p:cNvSpPr/>
          <p:nvPr/>
        </p:nvSpPr>
        <p:spPr>
          <a:xfrm rot="-300000">
            <a:off x="8778240" y="1965960"/>
            <a:ext cx="960120" cy="566928"/>
          </a:xfrm>
          <a:prstGeom prst="roundRect">
            <a:avLst>
              <a:gd name="adj" fmla="val 9677"/>
            </a:avLst>
          </a:prstGeom>
          <a:solidFill>
            <a:srgbClr val="00852B"/>
          </a:solidFill>
          <a:ln w="15875">
            <a:solidFill>
              <a:srgbClr val="00601F"/>
            </a:solidFill>
            <a:prstDash val="solid"/>
          </a:ln>
          <a:effectLst>
            <a:outerShdw sx="100000" sy="100000" kx="0" ky="0" algn="bl" rotWithShape="0" blurRad="101600" dist="38100" dir="2700000">
              <a:srgbClr val="000000">
                <a:alpha val="28000"/>
              </a:srgbClr>
            </a:outerShdw>
          </a:effectLst>
        </p:spPr>
      </p:sp>
      <p:sp>
        <p:nvSpPr>
          <p:cNvPr id="14" name="Text 12"/>
          <p:cNvSpPr txBox="1"/>
          <p:nvPr/>
        </p:nvSpPr>
        <p:spPr>
          <a:xfrm rot="-300000">
            <a:off x="8778240" y="1965960"/>
            <a:ext cx="960120" cy="566928"/>
          </a:xfrm>
          <a:prstGeom prst="rect">
            <a:avLst/>
          </a:prstGeom>
          <a:noFill/>
          <a:ln/>
        </p:spPr>
        <p:txBody>
          <a:bodyPr wrap="square" lIns="0" tIns="0" rIns="0" bIns="0" rtlCol="0" anchor="ctr"/>
          <a:lstStyle/>
          <a:p>
            <a:pPr algn="ctr" indent="0" marL="0">
              <a:lnSpc>
                <a:spcPct val="110000"/>
              </a:lnSpc>
              <a:buNone/>
            </a:pPr>
            <a:r>
              <a:rPr lang="en-US" sz="1500" b="1" dirty="0">
                <a:solidFill>
                  <a:srgbClr val="FFFFFF"/>
                </a:solidFill>
                <a:latin typeface="맑은 고딕" pitchFamily="34" charset="0"/>
                <a:ea typeface="맑은 고딕" pitchFamily="34" charset="-122"/>
                <a:cs typeface="맑은 고딕" pitchFamily="34" charset="-120"/>
              </a:rPr>
              <a:t>JPG</a:t>
            </a:r>
            <a:endParaRPr lang="en-US" sz="1500" dirty="0"/>
          </a:p>
        </p:txBody>
      </p:sp>
      <p:sp>
        <p:nvSpPr>
          <p:cNvPr id="15" name="Shape 13"/>
          <p:cNvSpPr/>
          <p:nvPr/>
        </p:nvSpPr>
        <p:spPr>
          <a:xfrm>
            <a:off x="10012680" y="1051560"/>
            <a:ext cx="502920" cy="1143000"/>
          </a:xfrm>
          <a:prstGeom prst="downArrow">
            <a:avLst/>
          </a:prstGeom>
          <a:solidFill>
            <a:srgbClr val="1B1B1B"/>
          </a:solidFill>
          <a:ln w="12700">
            <a:solidFill>
              <a:srgbClr val="1B1B1B"/>
            </a:solidFill>
            <a:prstDash val="solid"/>
          </a:ln>
        </p:spPr>
      </p:sp>
      <p:sp>
        <p:nvSpPr>
          <p:cNvPr id="16" name="Shape 14"/>
          <p:cNvSpPr/>
          <p:nvPr/>
        </p:nvSpPr>
        <p:spPr>
          <a:xfrm>
            <a:off x="7978140" y="2856586"/>
            <a:ext cx="274320" cy="170078"/>
          </a:xfrm>
          <a:prstGeom prst="ellipse">
            <a:avLst/>
          </a:prstGeom>
          <a:solidFill>
            <a:srgbClr val="FFFFFF"/>
          </a:solidFill>
          <a:ln w="15875">
            <a:solidFill>
              <a:srgbClr val="1B1B1B"/>
            </a:solidFill>
            <a:prstDash val="solid"/>
          </a:ln>
        </p:spPr>
      </p:sp>
      <p:sp>
        <p:nvSpPr>
          <p:cNvPr id="17" name="Shape 15"/>
          <p:cNvSpPr/>
          <p:nvPr/>
        </p:nvSpPr>
        <p:spPr>
          <a:xfrm>
            <a:off x="8572500" y="2856586"/>
            <a:ext cx="274320" cy="170078"/>
          </a:xfrm>
          <a:prstGeom prst="ellipse">
            <a:avLst/>
          </a:prstGeom>
          <a:solidFill>
            <a:srgbClr val="FFFFFF"/>
          </a:solidFill>
          <a:ln w="15875">
            <a:solidFill>
              <a:srgbClr val="1B1B1B"/>
            </a:solidFill>
            <a:prstDash val="solid"/>
          </a:ln>
        </p:spPr>
      </p:sp>
      <p:sp>
        <p:nvSpPr>
          <p:cNvPr id="18" name="Shape 16"/>
          <p:cNvSpPr/>
          <p:nvPr/>
        </p:nvSpPr>
        <p:spPr>
          <a:xfrm>
            <a:off x="9166860" y="2856586"/>
            <a:ext cx="274320" cy="170078"/>
          </a:xfrm>
          <a:prstGeom prst="ellipse">
            <a:avLst/>
          </a:prstGeom>
          <a:solidFill>
            <a:srgbClr val="FFFFFF"/>
          </a:solidFill>
          <a:ln w="15875">
            <a:solidFill>
              <a:srgbClr val="1B1B1B"/>
            </a:solidFill>
            <a:prstDash val="solid"/>
          </a:ln>
        </p:spPr>
      </p:sp>
      <p:sp>
        <p:nvSpPr>
          <p:cNvPr id="19" name="Shape 17"/>
          <p:cNvSpPr/>
          <p:nvPr/>
        </p:nvSpPr>
        <p:spPr>
          <a:xfrm>
            <a:off x="9761220" y="2856586"/>
            <a:ext cx="274320" cy="170078"/>
          </a:xfrm>
          <a:prstGeom prst="ellipse">
            <a:avLst/>
          </a:prstGeom>
          <a:solidFill>
            <a:srgbClr val="FFFFFF"/>
          </a:solidFill>
          <a:ln w="15875">
            <a:solidFill>
              <a:srgbClr val="1B1B1B"/>
            </a:solidFill>
            <a:prstDash val="solid"/>
          </a:ln>
        </p:spPr>
      </p:sp>
      <p:sp>
        <p:nvSpPr>
          <p:cNvPr id="20" name="Shape 18"/>
          <p:cNvSpPr/>
          <p:nvPr/>
        </p:nvSpPr>
        <p:spPr>
          <a:xfrm>
            <a:off x="10355580" y="2856586"/>
            <a:ext cx="274320" cy="170078"/>
          </a:xfrm>
          <a:prstGeom prst="ellipse">
            <a:avLst/>
          </a:prstGeom>
          <a:solidFill>
            <a:srgbClr val="FFFFFF"/>
          </a:solidFill>
          <a:ln w="15875">
            <a:solidFill>
              <a:srgbClr val="1B1B1B"/>
            </a:solidFill>
            <a:prstDash val="solid"/>
          </a:ln>
        </p:spPr>
      </p:sp>
      <p:sp>
        <p:nvSpPr>
          <p:cNvPr id="21" name="Shape 19"/>
          <p:cNvSpPr/>
          <p:nvPr/>
        </p:nvSpPr>
        <p:spPr>
          <a:xfrm>
            <a:off x="10949940" y="2856586"/>
            <a:ext cx="274320" cy="170078"/>
          </a:xfrm>
          <a:prstGeom prst="ellipse">
            <a:avLst/>
          </a:prstGeom>
          <a:solidFill>
            <a:srgbClr val="FFFFFF"/>
          </a:solidFill>
          <a:ln w="15875">
            <a:solidFill>
              <a:srgbClr val="1B1B1B"/>
            </a:solidFill>
            <a:prstDash val="solid"/>
          </a:ln>
        </p:spPr>
      </p:sp>
      <p:sp>
        <p:nvSpPr>
          <p:cNvPr id="22" name="Shape 20"/>
          <p:cNvSpPr/>
          <p:nvPr/>
        </p:nvSpPr>
        <p:spPr>
          <a:xfrm>
            <a:off x="7818120" y="2971800"/>
            <a:ext cx="3566160" cy="713232"/>
          </a:xfrm>
          <a:prstGeom prst="roundRect">
            <a:avLst>
              <a:gd name="adj" fmla="val 8974"/>
            </a:avLst>
          </a:prstGeom>
          <a:solidFill>
            <a:srgbClr val="FFFFFF"/>
          </a:solidFill>
          <a:ln w="19050">
            <a:solidFill>
              <a:srgbClr val="1B1B1B"/>
            </a:solidFill>
            <a:prstDash val="solid"/>
          </a:ln>
          <a:effectLst>
            <a:outerShdw sx="100000" sy="100000" kx="0" ky="0" algn="bl" rotWithShape="0" blurRad="101600" dist="38100" dir="2700000">
              <a:srgbClr val="000000">
                <a:alpha val="28000"/>
              </a:srgbClr>
            </a:outerShdw>
          </a:effectLst>
        </p:spPr>
      </p:sp>
      <p:sp>
        <p:nvSpPr>
          <p:cNvPr id="23" name="Text 21"/>
          <p:cNvSpPr txBox="1"/>
          <p:nvPr/>
        </p:nvSpPr>
        <p:spPr>
          <a:xfrm>
            <a:off x="7818120" y="2971800"/>
            <a:ext cx="3566160" cy="713232"/>
          </a:xfrm>
          <a:prstGeom prst="rect">
            <a:avLst/>
          </a:prstGeom>
          <a:noFill/>
          <a:ln/>
        </p:spPr>
        <p:txBody>
          <a:bodyPr wrap="square" lIns="0" tIns="0" rIns="0" bIns="0" rtlCol="0" anchor="ctr"/>
          <a:lstStyle/>
          <a:p>
            <a:pPr algn="ctr" indent="0" marL="0">
              <a:lnSpc>
                <a:spcPct val="110000"/>
              </a:lnSpc>
              <a:buNone/>
            </a:pPr>
            <a:r>
              <a:rPr lang="en-US" sz="1600" b="1" dirty="0">
                <a:solidFill>
                  <a:srgbClr val="1B1B1B"/>
                </a:solidFill>
                <a:latin typeface="맑은 고딕" pitchFamily="34" charset="0"/>
                <a:ea typeface="맑은 고딕" pitchFamily="34" charset="-122"/>
                <a:cs typeface="맑은 고딕" pitchFamily="34" charset="-120"/>
              </a:rPr>
              <a:t>INDEX.md</a:t>
            </a:r>
            <a:endParaRPr lang="en-US" sz="1600" dirty="0"/>
          </a:p>
        </p:txBody>
      </p:sp>
      <p:sp>
        <p:nvSpPr>
          <p:cNvPr id="24" name="Shape 22"/>
          <p:cNvSpPr/>
          <p:nvPr/>
        </p:nvSpPr>
        <p:spPr>
          <a:xfrm>
            <a:off x="7970520" y="3789274"/>
            <a:ext cx="274320" cy="170078"/>
          </a:xfrm>
          <a:prstGeom prst="ellipse">
            <a:avLst/>
          </a:prstGeom>
          <a:solidFill>
            <a:srgbClr val="0055BF"/>
          </a:solidFill>
          <a:ln w="15875">
            <a:solidFill>
              <a:srgbClr val="003D8A"/>
            </a:solidFill>
            <a:prstDash val="solid"/>
          </a:ln>
        </p:spPr>
      </p:sp>
      <p:sp>
        <p:nvSpPr>
          <p:cNvPr id="25" name="Shape 23"/>
          <p:cNvSpPr/>
          <p:nvPr/>
        </p:nvSpPr>
        <p:spPr>
          <a:xfrm>
            <a:off x="8549640" y="3789274"/>
            <a:ext cx="274320" cy="170078"/>
          </a:xfrm>
          <a:prstGeom prst="ellipse">
            <a:avLst/>
          </a:prstGeom>
          <a:solidFill>
            <a:srgbClr val="0055BF"/>
          </a:solidFill>
          <a:ln w="15875">
            <a:solidFill>
              <a:srgbClr val="003D8A"/>
            </a:solidFill>
            <a:prstDash val="solid"/>
          </a:ln>
        </p:spPr>
      </p:sp>
      <p:sp>
        <p:nvSpPr>
          <p:cNvPr id="26" name="Shape 24"/>
          <p:cNvSpPr/>
          <p:nvPr/>
        </p:nvSpPr>
        <p:spPr>
          <a:xfrm>
            <a:off x="9128760" y="3789274"/>
            <a:ext cx="274320" cy="170078"/>
          </a:xfrm>
          <a:prstGeom prst="ellipse">
            <a:avLst/>
          </a:prstGeom>
          <a:solidFill>
            <a:srgbClr val="0055BF"/>
          </a:solidFill>
          <a:ln w="15875">
            <a:solidFill>
              <a:srgbClr val="003D8A"/>
            </a:solidFill>
            <a:prstDash val="solid"/>
          </a:ln>
        </p:spPr>
      </p:sp>
      <p:sp>
        <p:nvSpPr>
          <p:cNvPr id="27" name="Shape 25"/>
          <p:cNvSpPr/>
          <p:nvPr/>
        </p:nvSpPr>
        <p:spPr>
          <a:xfrm>
            <a:off x="7818120" y="3904488"/>
            <a:ext cx="1737360" cy="713232"/>
          </a:xfrm>
          <a:prstGeom prst="roundRect">
            <a:avLst>
              <a:gd name="adj" fmla="val 8974"/>
            </a:avLst>
          </a:prstGeom>
          <a:solidFill>
            <a:srgbClr val="0055BF"/>
          </a:solidFill>
          <a:ln w="19050">
            <a:solidFill>
              <a:srgbClr val="003D8A"/>
            </a:solidFill>
            <a:prstDash val="solid"/>
          </a:ln>
          <a:effectLst>
            <a:outerShdw sx="100000" sy="100000" kx="0" ky="0" algn="bl" rotWithShape="0" blurRad="101600" dist="38100" dir="2700000">
              <a:srgbClr val="000000">
                <a:alpha val="28000"/>
              </a:srgbClr>
            </a:outerShdw>
          </a:effectLst>
        </p:spPr>
      </p:sp>
      <p:sp>
        <p:nvSpPr>
          <p:cNvPr id="28" name="Text 26"/>
          <p:cNvSpPr txBox="1"/>
          <p:nvPr/>
        </p:nvSpPr>
        <p:spPr>
          <a:xfrm>
            <a:off x="7818120" y="3904488"/>
            <a:ext cx="1737360" cy="713232"/>
          </a:xfrm>
          <a:prstGeom prst="rect">
            <a:avLst/>
          </a:prstGeom>
          <a:noFill/>
          <a:ln/>
        </p:spPr>
        <p:txBody>
          <a:bodyPr wrap="square" lIns="0" tIns="0" rIns="0" bIns="0" rtlCol="0" anchor="ctr"/>
          <a:lstStyle/>
          <a:p>
            <a:pPr algn="ctr" indent="0" marL="0">
              <a:lnSpc>
                <a:spcPct val="110000"/>
              </a:lnSpc>
              <a:buNone/>
            </a:pPr>
            <a:r>
              <a:rPr lang="en-US" sz="1600" b="1" dirty="0">
                <a:solidFill>
                  <a:srgbClr val="FFFFFF"/>
                </a:solidFill>
                <a:latin typeface="맑은 고딕" pitchFamily="34" charset="0"/>
                <a:ea typeface="맑은 고딕" pitchFamily="34" charset="-122"/>
                <a:cs typeface="맑은 고딕" pitchFamily="34" charset="-120"/>
              </a:rPr>
              <a:t>강의안.md</a:t>
            </a:r>
            <a:endParaRPr lang="en-US" sz="1600" dirty="0"/>
          </a:p>
        </p:txBody>
      </p:sp>
      <p:sp>
        <p:nvSpPr>
          <p:cNvPr id="29" name="Shape 27"/>
          <p:cNvSpPr/>
          <p:nvPr/>
        </p:nvSpPr>
        <p:spPr>
          <a:xfrm>
            <a:off x="9799320" y="3789274"/>
            <a:ext cx="274320" cy="170078"/>
          </a:xfrm>
          <a:prstGeom prst="ellipse">
            <a:avLst/>
          </a:prstGeom>
          <a:solidFill>
            <a:srgbClr val="D01012"/>
          </a:solidFill>
          <a:ln w="15875">
            <a:solidFill>
              <a:srgbClr val="960C0D"/>
            </a:solidFill>
            <a:prstDash val="solid"/>
          </a:ln>
        </p:spPr>
      </p:sp>
      <p:sp>
        <p:nvSpPr>
          <p:cNvPr id="30" name="Shape 28"/>
          <p:cNvSpPr/>
          <p:nvPr/>
        </p:nvSpPr>
        <p:spPr>
          <a:xfrm>
            <a:off x="10378440" y="3789274"/>
            <a:ext cx="274320" cy="170078"/>
          </a:xfrm>
          <a:prstGeom prst="ellipse">
            <a:avLst/>
          </a:prstGeom>
          <a:solidFill>
            <a:srgbClr val="D01012"/>
          </a:solidFill>
          <a:ln w="15875">
            <a:solidFill>
              <a:srgbClr val="960C0D"/>
            </a:solidFill>
            <a:prstDash val="solid"/>
          </a:ln>
        </p:spPr>
      </p:sp>
      <p:sp>
        <p:nvSpPr>
          <p:cNvPr id="31" name="Shape 29"/>
          <p:cNvSpPr/>
          <p:nvPr/>
        </p:nvSpPr>
        <p:spPr>
          <a:xfrm>
            <a:off x="10957560" y="3789274"/>
            <a:ext cx="274320" cy="170078"/>
          </a:xfrm>
          <a:prstGeom prst="ellipse">
            <a:avLst/>
          </a:prstGeom>
          <a:solidFill>
            <a:srgbClr val="D01012"/>
          </a:solidFill>
          <a:ln w="15875">
            <a:solidFill>
              <a:srgbClr val="960C0D"/>
            </a:solidFill>
            <a:prstDash val="solid"/>
          </a:ln>
        </p:spPr>
      </p:sp>
      <p:sp>
        <p:nvSpPr>
          <p:cNvPr id="32" name="Shape 30"/>
          <p:cNvSpPr/>
          <p:nvPr/>
        </p:nvSpPr>
        <p:spPr>
          <a:xfrm>
            <a:off x="9646920" y="3904488"/>
            <a:ext cx="1737360" cy="713232"/>
          </a:xfrm>
          <a:prstGeom prst="roundRect">
            <a:avLst>
              <a:gd name="adj" fmla="val 8974"/>
            </a:avLst>
          </a:prstGeom>
          <a:solidFill>
            <a:srgbClr val="D01012"/>
          </a:solidFill>
          <a:ln w="19050">
            <a:solidFill>
              <a:srgbClr val="960C0D"/>
            </a:solidFill>
            <a:prstDash val="solid"/>
          </a:ln>
          <a:effectLst>
            <a:outerShdw sx="100000" sy="100000" kx="0" ky="0" algn="bl" rotWithShape="0" blurRad="101600" dist="38100" dir="2700000">
              <a:srgbClr val="000000">
                <a:alpha val="28000"/>
              </a:srgbClr>
            </a:outerShdw>
          </a:effectLst>
        </p:spPr>
      </p:sp>
      <p:sp>
        <p:nvSpPr>
          <p:cNvPr id="33" name="Text 31"/>
          <p:cNvSpPr txBox="1"/>
          <p:nvPr/>
        </p:nvSpPr>
        <p:spPr>
          <a:xfrm>
            <a:off x="9646920" y="3904488"/>
            <a:ext cx="1737360" cy="713232"/>
          </a:xfrm>
          <a:prstGeom prst="rect">
            <a:avLst/>
          </a:prstGeom>
          <a:noFill/>
          <a:ln/>
        </p:spPr>
        <p:txBody>
          <a:bodyPr wrap="square" lIns="0" tIns="0" rIns="0" bIns="0" rtlCol="0" anchor="ctr"/>
          <a:lstStyle/>
          <a:p>
            <a:pPr algn="ctr" indent="0" marL="0">
              <a:lnSpc>
                <a:spcPct val="110000"/>
              </a:lnSpc>
              <a:buNone/>
            </a:pPr>
            <a:r>
              <a:rPr lang="en-US" sz="1600" b="1" dirty="0">
                <a:solidFill>
                  <a:srgbClr val="FFFFFF"/>
                </a:solidFill>
                <a:latin typeface="맑은 고딕" pitchFamily="34" charset="0"/>
                <a:ea typeface="맑은 고딕" pitchFamily="34" charset="-122"/>
                <a:cs typeface="맑은 고딕" pitchFamily="34" charset="-120"/>
              </a:rPr>
              <a:t>공문.md</a:t>
            </a:r>
            <a:endParaRPr lang="en-US" sz="1600" dirty="0"/>
          </a:p>
        </p:txBody>
      </p:sp>
      <p:sp>
        <p:nvSpPr>
          <p:cNvPr id="34" name="Shape 32"/>
          <p:cNvSpPr/>
          <p:nvPr/>
        </p:nvSpPr>
        <p:spPr>
          <a:xfrm>
            <a:off x="7949565" y="4721962"/>
            <a:ext cx="274320" cy="170078"/>
          </a:xfrm>
          <a:prstGeom prst="ellipse">
            <a:avLst/>
          </a:prstGeom>
          <a:solidFill>
            <a:srgbClr val="00852B"/>
          </a:solidFill>
          <a:ln w="15875">
            <a:solidFill>
              <a:srgbClr val="00601F"/>
            </a:solidFill>
            <a:prstDash val="solid"/>
          </a:ln>
        </p:spPr>
      </p:sp>
      <p:sp>
        <p:nvSpPr>
          <p:cNvPr id="35" name="Shape 33"/>
          <p:cNvSpPr/>
          <p:nvPr/>
        </p:nvSpPr>
        <p:spPr>
          <a:xfrm>
            <a:off x="8486775" y="4721962"/>
            <a:ext cx="274320" cy="170078"/>
          </a:xfrm>
          <a:prstGeom prst="ellipse">
            <a:avLst/>
          </a:prstGeom>
          <a:solidFill>
            <a:srgbClr val="00852B"/>
          </a:solidFill>
          <a:ln w="15875">
            <a:solidFill>
              <a:srgbClr val="00601F"/>
            </a:solidFill>
            <a:prstDash val="solid"/>
          </a:ln>
        </p:spPr>
      </p:sp>
      <p:sp>
        <p:nvSpPr>
          <p:cNvPr id="36" name="Shape 34"/>
          <p:cNvSpPr/>
          <p:nvPr/>
        </p:nvSpPr>
        <p:spPr>
          <a:xfrm>
            <a:off x="9023985" y="4721962"/>
            <a:ext cx="274320" cy="170078"/>
          </a:xfrm>
          <a:prstGeom prst="ellipse">
            <a:avLst/>
          </a:prstGeom>
          <a:solidFill>
            <a:srgbClr val="00852B"/>
          </a:solidFill>
          <a:ln w="15875">
            <a:solidFill>
              <a:srgbClr val="00601F"/>
            </a:solidFill>
            <a:prstDash val="solid"/>
          </a:ln>
        </p:spPr>
      </p:sp>
      <p:sp>
        <p:nvSpPr>
          <p:cNvPr id="37" name="Shape 35"/>
          <p:cNvSpPr/>
          <p:nvPr/>
        </p:nvSpPr>
        <p:spPr>
          <a:xfrm>
            <a:off x="9561195" y="4721962"/>
            <a:ext cx="274320" cy="170078"/>
          </a:xfrm>
          <a:prstGeom prst="ellipse">
            <a:avLst/>
          </a:prstGeom>
          <a:solidFill>
            <a:srgbClr val="00852B"/>
          </a:solidFill>
          <a:ln w="15875">
            <a:solidFill>
              <a:srgbClr val="00601F"/>
            </a:solidFill>
            <a:prstDash val="solid"/>
          </a:ln>
        </p:spPr>
      </p:sp>
      <p:sp>
        <p:nvSpPr>
          <p:cNvPr id="38" name="Shape 36"/>
          <p:cNvSpPr/>
          <p:nvPr/>
        </p:nvSpPr>
        <p:spPr>
          <a:xfrm>
            <a:off x="7818120" y="4837176"/>
            <a:ext cx="2148840" cy="713232"/>
          </a:xfrm>
          <a:prstGeom prst="roundRect">
            <a:avLst>
              <a:gd name="adj" fmla="val 8974"/>
            </a:avLst>
          </a:prstGeom>
          <a:solidFill>
            <a:srgbClr val="00852B"/>
          </a:solidFill>
          <a:ln w="19050">
            <a:solidFill>
              <a:srgbClr val="00601F"/>
            </a:solidFill>
            <a:prstDash val="solid"/>
          </a:ln>
          <a:effectLst>
            <a:outerShdw sx="100000" sy="100000" kx="0" ky="0" algn="bl" rotWithShape="0" blurRad="101600" dist="38100" dir="2700000">
              <a:srgbClr val="000000">
                <a:alpha val="28000"/>
              </a:srgbClr>
            </a:outerShdw>
          </a:effectLst>
        </p:spPr>
      </p:sp>
      <p:sp>
        <p:nvSpPr>
          <p:cNvPr id="39" name="Text 37"/>
          <p:cNvSpPr txBox="1"/>
          <p:nvPr/>
        </p:nvSpPr>
        <p:spPr>
          <a:xfrm>
            <a:off x="7818120" y="4837176"/>
            <a:ext cx="2148840" cy="713232"/>
          </a:xfrm>
          <a:prstGeom prst="rect">
            <a:avLst/>
          </a:prstGeom>
          <a:noFill/>
          <a:ln/>
        </p:spPr>
        <p:txBody>
          <a:bodyPr wrap="square" lIns="0" tIns="0" rIns="0" bIns="0" rtlCol="0" anchor="ctr"/>
          <a:lstStyle/>
          <a:p>
            <a:pPr algn="ctr" indent="0" marL="0">
              <a:lnSpc>
                <a:spcPct val="110000"/>
              </a:lnSpc>
              <a:buNone/>
            </a:pPr>
            <a:r>
              <a:rPr lang="en-US" sz="1600" b="1" dirty="0">
                <a:solidFill>
                  <a:srgbClr val="FFFFFF"/>
                </a:solidFill>
                <a:latin typeface="맑은 고딕" pitchFamily="34" charset="0"/>
                <a:ea typeface="맑은 고딕" pitchFamily="34" charset="-122"/>
                <a:cs typeface="맑은 고딕" pitchFamily="34" charset="-120"/>
              </a:rPr>
              <a:t>성적표.md</a:t>
            </a:r>
            <a:endParaRPr lang="en-US" sz="1600" dirty="0"/>
          </a:p>
        </p:txBody>
      </p:sp>
      <p:sp>
        <p:nvSpPr>
          <p:cNvPr id="40" name="Shape 38"/>
          <p:cNvSpPr/>
          <p:nvPr/>
        </p:nvSpPr>
        <p:spPr>
          <a:xfrm>
            <a:off x="10252710" y="4721962"/>
            <a:ext cx="274320" cy="170078"/>
          </a:xfrm>
          <a:prstGeom prst="ellipse">
            <a:avLst/>
          </a:prstGeom>
          <a:solidFill>
            <a:srgbClr val="FFFFFF"/>
          </a:solidFill>
          <a:ln w="15875">
            <a:solidFill>
              <a:srgbClr val="1B1B1B"/>
            </a:solidFill>
            <a:prstDash val="solid"/>
          </a:ln>
        </p:spPr>
      </p:sp>
      <p:sp>
        <p:nvSpPr>
          <p:cNvPr id="41" name="Shape 39"/>
          <p:cNvSpPr/>
          <p:nvPr/>
        </p:nvSpPr>
        <p:spPr>
          <a:xfrm>
            <a:off x="10915650" y="4721962"/>
            <a:ext cx="274320" cy="170078"/>
          </a:xfrm>
          <a:prstGeom prst="ellipse">
            <a:avLst/>
          </a:prstGeom>
          <a:solidFill>
            <a:srgbClr val="FFFFFF"/>
          </a:solidFill>
          <a:ln w="15875">
            <a:solidFill>
              <a:srgbClr val="1B1B1B"/>
            </a:solidFill>
            <a:prstDash val="solid"/>
          </a:ln>
        </p:spPr>
      </p:sp>
      <p:sp>
        <p:nvSpPr>
          <p:cNvPr id="42" name="Shape 40"/>
          <p:cNvSpPr/>
          <p:nvPr/>
        </p:nvSpPr>
        <p:spPr>
          <a:xfrm>
            <a:off x="10058400" y="4837176"/>
            <a:ext cx="1325880" cy="713232"/>
          </a:xfrm>
          <a:prstGeom prst="roundRect">
            <a:avLst>
              <a:gd name="adj" fmla="val 8974"/>
            </a:avLst>
          </a:prstGeom>
          <a:solidFill>
            <a:srgbClr val="FFFFFF"/>
          </a:solidFill>
          <a:ln w="19050">
            <a:solidFill>
              <a:srgbClr val="1B1B1B"/>
            </a:solidFill>
            <a:prstDash val="solid"/>
          </a:ln>
          <a:effectLst>
            <a:outerShdw sx="100000" sy="100000" kx="0" ky="0" algn="bl" rotWithShape="0" blurRad="101600" dist="38100" dir="2700000">
              <a:srgbClr val="000000">
                <a:alpha val="28000"/>
              </a:srgbClr>
            </a:outerShdw>
          </a:effectLst>
        </p:spPr>
      </p:sp>
      <p:sp>
        <p:nvSpPr>
          <p:cNvPr id="43" name="Text 41"/>
          <p:cNvSpPr txBox="1"/>
          <p:nvPr/>
        </p:nvSpPr>
        <p:spPr>
          <a:xfrm>
            <a:off x="10058400" y="4837176"/>
            <a:ext cx="1325880" cy="713232"/>
          </a:xfrm>
          <a:prstGeom prst="rect">
            <a:avLst/>
          </a:prstGeom>
          <a:noFill/>
          <a:ln/>
        </p:spPr>
        <p:txBody>
          <a:bodyPr wrap="square" lIns="0" tIns="0" rIns="0" bIns="0" rtlCol="0" anchor="ctr"/>
          <a:lstStyle/>
          <a:p>
            <a:pPr algn="ctr" indent="0" marL="0">
              <a:lnSpc>
                <a:spcPct val="110000"/>
              </a:lnSpc>
              <a:buNone/>
            </a:pPr>
            <a:r>
              <a:rPr lang="en-US" sz="1600" b="1" dirty="0">
                <a:solidFill>
                  <a:srgbClr val="1B1B1B"/>
                </a:solidFill>
                <a:latin typeface="맑은 고딕" pitchFamily="34" charset="0"/>
                <a:ea typeface="맑은 고딕" pitchFamily="34" charset="-122"/>
                <a:cs typeface="맑은 고딕" pitchFamily="34" charset="-120"/>
              </a:rPr>
              <a:t>사진.md</a:t>
            </a:r>
            <a:endParaRPr lang="en-US" sz="1600" dirty="0"/>
          </a:p>
        </p:txBody>
      </p:sp>
      <p:sp>
        <p:nvSpPr>
          <p:cNvPr id="44" name="Shape 42"/>
          <p:cNvSpPr/>
          <p:nvPr/>
        </p:nvSpPr>
        <p:spPr>
          <a:xfrm>
            <a:off x="7589520" y="5760720"/>
            <a:ext cx="4069080" cy="256032"/>
          </a:xfrm>
          <a:prstGeom prst="rect">
            <a:avLst/>
          </a:prstGeom>
          <a:solidFill>
            <a:srgbClr val="9E7F02"/>
          </a:solidFill>
          <a:ln w="12700">
            <a:solidFill>
              <a:srgbClr val="9E7F0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731520"/>
          </a:xfrm>
          <a:prstGeom prst="rect">
            <a:avLst/>
          </a:prstGeom>
          <a:noFill/>
          <a:ln/>
        </p:spPr>
        <p:txBody>
          <a:bodyPr wrap="square" lIns="0" tIns="0" rIns="0" bIns="0" rtlCol="0" anchor="ctr"/>
          <a:lstStyle/>
          <a:p>
            <a:pPr algn="l" indent="0" marL="0">
              <a:lnSpc>
                <a:spcPct val="110000"/>
              </a:lnSpc>
              <a:buNone/>
            </a:pPr>
            <a:r>
              <a:rPr lang="en-US" sz="3800" b="1" dirty="0">
                <a:solidFill>
                  <a:srgbClr val="1B1B1B"/>
                </a:solidFill>
                <a:latin typeface="맑은 고딕" pitchFamily="34" charset="0"/>
                <a:ea typeface="맑은 고딕" pitchFamily="34" charset="-122"/>
                <a:cs typeface="맑은 고딕" pitchFamily="34" charset="-120"/>
              </a:rPr>
              <a:t>왜 만들었나</a:t>
            </a:r>
            <a:endParaRPr lang="en-US" sz="3800" dirty="0"/>
          </a:p>
        </p:txBody>
      </p:sp>
      <p:sp>
        <p:nvSpPr>
          <p:cNvPr id="3" name="Text 1"/>
          <p:cNvSpPr txBox="1"/>
          <p:nvPr/>
        </p:nvSpPr>
        <p:spPr>
          <a:xfrm>
            <a:off x="566928" y="1170432"/>
            <a:ext cx="10972800" cy="411480"/>
          </a:xfrm>
          <a:prstGeom prst="rect">
            <a:avLst/>
          </a:prstGeom>
          <a:noFill/>
          <a:ln/>
        </p:spPr>
        <p:txBody>
          <a:bodyPr wrap="square" lIns="0" tIns="0" rIns="0" bIns="0" rtlCol="0" anchor="ctr"/>
          <a:lstStyle/>
          <a:p>
            <a:pPr algn="l" indent="0" marL="0">
              <a:lnSpc>
                <a:spcPct val="110000"/>
              </a:lnSpc>
              <a:buNone/>
            </a:pPr>
            <a:r>
              <a:rPr lang="en-US" sz="1600" dirty="0">
                <a:solidFill>
                  <a:srgbClr val="5E6166"/>
                </a:solidFill>
                <a:latin typeface="맑은 고딕" pitchFamily="34" charset="0"/>
                <a:ea typeface="맑은 고딕" pitchFamily="34" charset="-122"/>
                <a:cs typeface="맑은 고딕" pitchFamily="34" charset="-120"/>
              </a:rPr>
              <a:t>자료는 계속 쌓이는데, 찾기도 AI에게 건네기도 점점 어려워졌습니다</a:t>
            </a:r>
            <a:endParaRPr lang="en-US" sz="1600" dirty="0"/>
          </a:p>
        </p:txBody>
      </p:sp>
      <p:sp>
        <p:nvSpPr>
          <p:cNvPr id="4" name="Text 2"/>
          <p:cNvSpPr txBox="1"/>
          <p:nvPr/>
        </p:nvSpPr>
        <p:spPr>
          <a:xfrm>
            <a:off x="548640" y="1874520"/>
            <a:ext cx="1828800" cy="365760"/>
          </a:xfrm>
          <a:prstGeom prst="rect">
            <a:avLst/>
          </a:prstGeom>
          <a:noFill/>
          <a:ln/>
        </p:spPr>
        <p:txBody>
          <a:bodyPr wrap="square" lIns="0" tIns="0" rIns="0" bIns="0" rtlCol="0" anchor="t"/>
          <a:lstStyle/>
          <a:p>
            <a:pPr algn="l" indent="0" marL="0">
              <a:lnSpc>
                <a:spcPct val="110000"/>
              </a:lnSpc>
              <a:buNone/>
            </a:pPr>
            <a:r>
              <a:rPr lang="en-US" sz="1800" b="1" dirty="0">
                <a:solidFill>
                  <a:srgbClr val="D01012"/>
                </a:solidFill>
                <a:latin typeface="맑은 고딕" pitchFamily="34" charset="0"/>
                <a:ea typeface="맑은 고딕" pitchFamily="34" charset="-122"/>
                <a:cs typeface="맑은 고딕" pitchFamily="34" charset="-120"/>
              </a:rPr>
              <a:t>문제</a:t>
            </a:r>
            <a:endParaRPr lang="en-US" sz="1800" dirty="0"/>
          </a:p>
        </p:txBody>
      </p:sp>
      <p:sp>
        <p:nvSpPr>
          <p:cNvPr id="5" name="Shape 3"/>
          <p:cNvSpPr/>
          <p:nvPr/>
        </p:nvSpPr>
        <p:spPr>
          <a:xfrm>
            <a:off x="918972" y="2445106"/>
            <a:ext cx="274320" cy="170078"/>
          </a:xfrm>
          <a:prstGeom prst="ellipse">
            <a:avLst/>
          </a:prstGeom>
          <a:solidFill>
            <a:srgbClr val="D01012"/>
          </a:solidFill>
          <a:ln w="15875">
            <a:solidFill>
              <a:srgbClr val="960C0D"/>
            </a:solidFill>
            <a:prstDash val="solid"/>
          </a:ln>
        </p:spPr>
      </p:sp>
      <p:sp>
        <p:nvSpPr>
          <p:cNvPr id="6" name="Shape 4"/>
          <p:cNvSpPr/>
          <p:nvPr/>
        </p:nvSpPr>
        <p:spPr>
          <a:xfrm>
            <a:off x="1933956" y="2445106"/>
            <a:ext cx="274320" cy="170078"/>
          </a:xfrm>
          <a:prstGeom prst="ellipse">
            <a:avLst/>
          </a:prstGeom>
          <a:solidFill>
            <a:srgbClr val="D01012"/>
          </a:solidFill>
          <a:ln w="15875">
            <a:solidFill>
              <a:srgbClr val="960C0D"/>
            </a:solidFill>
            <a:prstDash val="solid"/>
          </a:ln>
        </p:spPr>
      </p:sp>
      <p:sp>
        <p:nvSpPr>
          <p:cNvPr id="7" name="Shape 5"/>
          <p:cNvSpPr/>
          <p:nvPr/>
        </p:nvSpPr>
        <p:spPr>
          <a:xfrm>
            <a:off x="2948940" y="2445106"/>
            <a:ext cx="274320" cy="170078"/>
          </a:xfrm>
          <a:prstGeom prst="ellipse">
            <a:avLst/>
          </a:prstGeom>
          <a:solidFill>
            <a:srgbClr val="D01012"/>
          </a:solidFill>
          <a:ln w="15875">
            <a:solidFill>
              <a:srgbClr val="960C0D"/>
            </a:solidFill>
            <a:prstDash val="solid"/>
          </a:ln>
        </p:spPr>
      </p:sp>
      <p:sp>
        <p:nvSpPr>
          <p:cNvPr id="8" name="Shape 6"/>
          <p:cNvSpPr/>
          <p:nvPr/>
        </p:nvSpPr>
        <p:spPr>
          <a:xfrm>
            <a:off x="3963924" y="2445106"/>
            <a:ext cx="274320" cy="170078"/>
          </a:xfrm>
          <a:prstGeom prst="ellipse">
            <a:avLst/>
          </a:prstGeom>
          <a:solidFill>
            <a:srgbClr val="D01012"/>
          </a:solidFill>
          <a:ln w="15875">
            <a:solidFill>
              <a:srgbClr val="960C0D"/>
            </a:solidFill>
            <a:prstDash val="solid"/>
          </a:ln>
        </p:spPr>
      </p:sp>
      <p:sp>
        <p:nvSpPr>
          <p:cNvPr id="9" name="Shape 7"/>
          <p:cNvSpPr/>
          <p:nvPr/>
        </p:nvSpPr>
        <p:spPr>
          <a:xfrm>
            <a:off x="4978908" y="2445106"/>
            <a:ext cx="274320" cy="170078"/>
          </a:xfrm>
          <a:prstGeom prst="ellipse">
            <a:avLst/>
          </a:prstGeom>
          <a:solidFill>
            <a:srgbClr val="D01012"/>
          </a:solidFill>
          <a:ln w="15875">
            <a:solidFill>
              <a:srgbClr val="960C0D"/>
            </a:solidFill>
            <a:prstDash val="solid"/>
          </a:ln>
        </p:spPr>
      </p:sp>
      <p:sp>
        <p:nvSpPr>
          <p:cNvPr id="10" name="Shape 8"/>
          <p:cNvSpPr/>
          <p:nvPr/>
        </p:nvSpPr>
        <p:spPr>
          <a:xfrm>
            <a:off x="548640" y="2560320"/>
            <a:ext cx="5074920" cy="987552"/>
          </a:xfrm>
          <a:prstGeom prst="roundRect">
            <a:avLst>
              <a:gd name="adj" fmla="val 6481"/>
            </a:avLst>
          </a:prstGeom>
          <a:solidFill>
            <a:srgbClr val="D01012"/>
          </a:solidFill>
          <a:ln w="19050">
            <a:solidFill>
              <a:srgbClr val="960C0D"/>
            </a:solidFill>
            <a:prstDash val="solid"/>
          </a:ln>
          <a:effectLst>
            <a:outerShdw sx="100000" sy="100000" kx="0" ky="0" algn="bl" rotWithShape="0" blurRad="101600" dist="38100" dir="2700000">
              <a:srgbClr val="000000">
                <a:alpha val="28000"/>
              </a:srgbClr>
            </a:outerShdw>
          </a:effectLst>
        </p:spPr>
      </p:sp>
      <p:sp>
        <p:nvSpPr>
          <p:cNvPr id="11" name="Text 9"/>
          <p:cNvSpPr txBox="1"/>
          <p:nvPr/>
        </p:nvSpPr>
        <p:spPr>
          <a:xfrm>
            <a:off x="777240" y="2670048"/>
            <a:ext cx="4663440" cy="365760"/>
          </a:xfrm>
          <a:prstGeom prst="rect">
            <a:avLst/>
          </a:prstGeom>
          <a:noFill/>
          <a:ln/>
        </p:spPr>
        <p:txBody>
          <a:bodyPr wrap="square" lIns="0" tIns="0" rIns="0" bIns="0" rtlCol="0" anchor="t"/>
          <a:lstStyle/>
          <a:p>
            <a:pPr algn="l" indent="0" marL="0">
              <a:lnSpc>
                <a:spcPct val="110000"/>
              </a:lnSpc>
              <a:buNone/>
            </a:pPr>
            <a:r>
              <a:rPr lang="en-US" sz="1900" b="1" dirty="0">
                <a:solidFill>
                  <a:srgbClr val="FFFFFF"/>
                </a:solidFill>
                <a:latin typeface="맑은 고딕" pitchFamily="34" charset="0"/>
                <a:ea typeface="맑은 고딕" pitchFamily="34" charset="-122"/>
                <a:cs typeface="맑은 고딕" pitchFamily="34" charset="-120"/>
              </a:rPr>
              <a:t>형식이 제각각</a:t>
            </a:r>
            <a:endParaRPr lang="en-US" sz="1900" dirty="0"/>
          </a:p>
        </p:txBody>
      </p:sp>
      <p:sp>
        <p:nvSpPr>
          <p:cNvPr id="12" name="Text 10"/>
          <p:cNvSpPr txBox="1"/>
          <p:nvPr/>
        </p:nvSpPr>
        <p:spPr>
          <a:xfrm>
            <a:off x="777240" y="3063240"/>
            <a:ext cx="4663440" cy="384048"/>
          </a:xfrm>
          <a:prstGeom prst="rect">
            <a:avLst/>
          </a:prstGeom>
          <a:noFill/>
          <a:ln/>
        </p:spPr>
        <p:txBody>
          <a:bodyPr wrap="square" lIns="0" tIns="0" rIns="0" bIns="0" rtlCol="0" anchor="t"/>
          <a:lstStyle/>
          <a:p>
            <a:pPr algn="l" indent="0" marL="0">
              <a:lnSpc>
                <a:spcPct val="110000"/>
              </a:lnSpc>
              <a:buNone/>
            </a:pPr>
            <a:r>
              <a:rPr lang="en-US" sz="1400" dirty="0">
                <a:solidFill>
                  <a:srgbClr val="FFE3E3"/>
                </a:solidFill>
                <a:latin typeface="맑은 고딕" pitchFamily="34" charset="0"/>
                <a:ea typeface="맑은 고딕" pitchFamily="34" charset="-122"/>
                <a:cs typeface="맑은 고딕" pitchFamily="34" charset="-120"/>
              </a:rPr>
              <a:t>한글·워드·PPT·엑셀·PDF·사진이 폴더마다 흩어져 있다</a:t>
            </a:r>
            <a:endParaRPr lang="en-US" sz="1400" dirty="0"/>
          </a:p>
        </p:txBody>
      </p:sp>
      <p:sp>
        <p:nvSpPr>
          <p:cNvPr id="13" name="Shape 11"/>
          <p:cNvSpPr/>
          <p:nvPr/>
        </p:nvSpPr>
        <p:spPr>
          <a:xfrm>
            <a:off x="918972" y="3743554"/>
            <a:ext cx="274320" cy="170078"/>
          </a:xfrm>
          <a:prstGeom prst="ellipse">
            <a:avLst/>
          </a:prstGeom>
          <a:solidFill>
            <a:srgbClr val="D01012"/>
          </a:solidFill>
          <a:ln w="15875">
            <a:solidFill>
              <a:srgbClr val="960C0D"/>
            </a:solidFill>
            <a:prstDash val="solid"/>
          </a:ln>
        </p:spPr>
      </p:sp>
      <p:sp>
        <p:nvSpPr>
          <p:cNvPr id="14" name="Shape 12"/>
          <p:cNvSpPr/>
          <p:nvPr/>
        </p:nvSpPr>
        <p:spPr>
          <a:xfrm>
            <a:off x="1933956" y="3743554"/>
            <a:ext cx="274320" cy="170078"/>
          </a:xfrm>
          <a:prstGeom prst="ellipse">
            <a:avLst/>
          </a:prstGeom>
          <a:solidFill>
            <a:srgbClr val="D01012"/>
          </a:solidFill>
          <a:ln w="15875">
            <a:solidFill>
              <a:srgbClr val="960C0D"/>
            </a:solidFill>
            <a:prstDash val="solid"/>
          </a:ln>
        </p:spPr>
      </p:sp>
      <p:sp>
        <p:nvSpPr>
          <p:cNvPr id="15" name="Shape 13"/>
          <p:cNvSpPr/>
          <p:nvPr/>
        </p:nvSpPr>
        <p:spPr>
          <a:xfrm>
            <a:off x="2948940" y="3743554"/>
            <a:ext cx="274320" cy="170078"/>
          </a:xfrm>
          <a:prstGeom prst="ellipse">
            <a:avLst/>
          </a:prstGeom>
          <a:solidFill>
            <a:srgbClr val="D01012"/>
          </a:solidFill>
          <a:ln w="15875">
            <a:solidFill>
              <a:srgbClr val="960C0D"/>
            </a:solidFill>
            <a:prstDash val="solid"/>
          </a:ln>
        </p:spPr>
      </p:sp>
      <p:sp>
        <p:nvSpPr>
          <p:cNvPr id="16" name="Shape 14"/>
          <p:cNvSpPr/>
          <p:nvPr/>
        </p:nvSpPr>
        <p:spPr>
          <a:xfrm>
            <a:off x="3963924" y="3743554"/>
            <a:ext cx="274320" cy="170078"/>
          </a:xfrm>
          <a:prstGeom prst="ellipse">
            <a:avLst/>
          </a:prstGeom>
          <a:solidFill>
            <a:srgbClr val="D01012"/>
          </a:solidFill>
          <a:ln w="15875">
            <a:solidFill>
              <a:srgbClr val="960C0D"/>
            </a:solidFill>
            <a:prstDash val="solid"/>
          </a:ln>
        </p:spPr>
      </p:sp>
      <p:sp>
        <p:nvSpPr>
          <p:cNvPr id="17" name="Shape 15"/>
          <p:cNvSpPr/>
          <p:nvPr/>
        </p:nvSpPr>
        <p:spPr>
          <a:xfrm>
            <a:off x="4978908" y="3743554"/>
            <a:ext cx="274320" cy="170078"/>
          </a:xfrm>
          <a:prstGeom prst="ellipse">
            <a:avLst/>
          </a:prstGeom>
          <a:solidFill>
            <a:srgbClr val="D01012"/>
          </a:solidFill>
          <a:ln w="15875">
            <a:solidFill>
              <a:srgbClr val="960C0D"/>
            </a:solidFill>
            <a:prstDash val="solid"/>
          </a:ln>
        </p:spPr>
      </p:sp>
      <p:sp>
        <p:nvSpPr>
          <p:cNvPr id="18" name="Shape 16"/>
          <p:cNvSpPr/>
          <p:nvPr/>
        </p:nvSpPr>
        <p:spPr>
          <a:xfrm>
            <a:off x="548640" y="3858768"/>
            <a:ext cx="5074920" cy="987552"/>
          </a:xfrm>
          <a:prstGeom prst="roundRect">
            <a:avLst>
              <a:gd name="adj" fmla="val 6481"/>
            </a:avLst>
          </a:prstGeom>
          <a:solidFill>
            <a:srgbClr val="D01012"/>
          </a:solidFill>
          <a:ln w="19050">
            <a:solidFill>
              <a:srgbClr val="960C0D"/>
            </a:solidFill>
            <a:prstDash val="solid"/>
          </a:ln>
          <a:effectLst>
            <a:outerShdw sx="100000" sy="100000" kx="0" ky="0" algn="bl" rotWithShape="0" blurRad="101600" dist="38100" dir="2700000">
              <a:srgbClr val="000000">
                <a:alpha val="28000"/>
              </a:srgbClr>
            </a:outerShdw>
          </a:effectLst>
        </p:spPr>
      </p:sp>
      <p:sp>
        <p:nvSpPr>
          <p:cNvPr id="19" name="Text 17"/>
          <p:cNvSpPr txBox="1"/>
          <p:nvPr/>
        </p:nvSpPr>
        <p:spPr>
          <a:xfrm>
            <a:off x="777240" y="3968496"/>
            <a:ext cx="4663440" cy="365760"/>
          </a:xfrm>
          <a:prstGeom prst="rect">
            <a:avLst/>
          </a:prstGeom>
          <a:noFill/>
          <a:ln/>
        </p:spPr>
        <p:txBody>
          <a:bodyPr wrap="square" lIns="0" tIns="0" rIns="0" bIns="0" rtlCol="0" anchor="t"/>
          <a:lstStyle/>
          <a:p>
            <a:pPr algn="l" indent="0" marL="0">
              <a:lnSpc>
                <a:spcPct val="110000"/>
              </a:lnSpc>
              <a:buNone/>
            </a:pPr>
            <a:r>
              <a:rPr lang="en-US" sz="1900" b="1" dirty="0">
                <a:solidFill>
                  <a:srgbClr val="FFFFFF"/>
                </a:solidFill>
                <a:latin typeface="맑은 고딕" pitchFamily="34" charset="0"/>
                <a:ea typeface="맑은 고딕" pitchFamily="34" charset="-122"/>
                <a:cs typeface="맑은 고딕" pitchFamily="34" charset="-120"/>
              </a:rPr>
              <a:t>이름을 믿을 수 없다</a:t>
            </a:r>
            <a:endParaRPr lang="en-US" sz="1900" dirty="0"/>
          </a:p>
        </p:txBody>
      </p:sp>
      <p:sp>
        <p:nvSpPr>
          <p:cNvPr id="20" name="Text 18"/>
          <p:cNvSpPr txBox="1"/>
          <p:nvPr/>
        </p:nvSpPr>
        <p:spPr>
          <a:xfrm>
            <a:off x="777240" y="4361688"/>
            <a:ext cx="4663440" cy="384048"/>
          </a:xfrm>
          <a:prstGeom prst="rect">
            <a:avLst/>
          </a:prstGeom>
          <a:noFill/>
          <a:ln/>
        </p:spPr>
        <p:txBody>
          <a:bodyPr wrap="square" lIns="0" tIns="0" rIns="0" bIns="0" rtlCol="0" anchor="t"/>
          <a:lstStyle/>
          <a:p>
            <a:pPr algn="l" indent="0" marL="0">
              <a:lnSpc>
                <a:spcPct val="110000"/>
              </a:lnSpc>
              <a:buNone/>
            </a:pPr>
            <a:r>
              <a:rPr lang="en-US" sz="1400" dirty="0">
                <a:solidFill>
                  <a:srgbClr val="FFE3E3"/>
                </a:solidFill>
                <a:latin typeface="맑은 고딕" pitchFamily="34" charset="0"/>
                <a:ea typeface="맑은 고딕" pitchFamily="34" charset="-122"/>
                <a:cs typeface="맑은 고딕" pitchFamily="34" charset="-120"/>
              </a:rPr>
              <a:t>'문서1.pdf' 가 사실은 워드, 확장자가 아예 없는 파일</a:t>
            </a:r>
            <a:endParaRPr lang="en-US" sz="1400" dirty="0"/>
          </a:p>
        </p:txBody>
      </p:sp>
      <p:sp>
        <p:nvSpPr>
          <p:cNvPr id="21" name="Shape 19"/>
          <p:cNvSpPr/>
          <p:nvPr/>
        </p:nvSpPr>
        <p:spPr>
          <a:xfrm>
            <a:off x="918972" y="5042002"/>
            <a:ext cx="274320" cy="170078"/>
          </a:xfrm>
          <a:prstGeom prst="ellipse">
            <a:avLst/>
          </a:prstGeom>
          <a:solidFill>
            <a:srgbClr val="D01012"/>
          </a:solidFill>
          <a:ln w="15875">
            <a:solidFill>
              <a:srgbClr val="960C0D"/>
            </a:solidFill>
            <a:prstDash val="solid"/>
          </a:ln>
        </p:spPr>
      </p:sp>
      <p:sp>
        <p:nvSpPr>
          <p:cNvPr id="22" name="Shape 20"/>
          <p:cNvSpPr/>
          <p:nvPr/>
        </p:nvSpPr>
        <p:spPr>
          <a:xfrm>
            <a:off x="1933956" y="5042002"/>
            <a:ext cx="274320" cy="170078"/>
          </a:xfrm>
          <a:prstGeom prst="ellipse">
            <a:avLst/>
          </a:prstGeom>
          <a:solidFill>
            <a:srgbClr val="D01012"/>
          </a:solidFill>
          <a:ln w="15875">
            <a:solidFill>
              <a:srgbClr val="960C0D"/>
            </a:solidFill>
            <a:prstDash val="solid"/>
          </a:ln>
        </p:spPr>
      </p:sp>
      <p:sp>
        <p:nvSpPr>
          <p:cNvPr id="23" name="Shape 21"/>
          <p:cNvSpPr/>
          <p:nvPr/>
        </p:nvSpPr>
        <p:spPr>
          <a:xfrm>
            <a:off x="2948940" y="5042002"/>
            <a:ext cx="274320" cy="170078"/>
          </a:xfrm>
          <a:prstGeom prst="ellipse">
            <a:avLst/>
          </a:prstGeom>
          <a:solidFill>
            <a:srgbClr val="D01012"/>
          </a:solidFill>
          <a:ln w="15875">
            <a:solidFill>
              <a:srgbClr val="960C0D"/>
            </a:solidFill>
            <a:prstDash val="solid"/>
          </a:ln>
        </p:spPr>
      </p:sp>
      <p:sp>
        <p:nvSpPr>
          <p:cNvPr id="24" name="Shape 22"/>
          <p:cNvSpPr/>
          <p:nvPr/>
        </p:nvSpPr>
        <p:spPr>
          <a:xfrm>
            <a:off x="3963924" y="5042002"/>
            <a:ext cx="274320" cy="170078"/>
          </a:xfrm>
          <a:prstGeom prst="ellipse">
            <a:avLst/>
          </a:prstGeom>
          <a:solidFill>
            <a:srgbClr val="D01012"/>
          </a:solidFill>
          <a:ln w="15875">
            <a:solidFill>
              <a:srgbClr val="960C0D"/>
            </a:solidFill>
            <a:prstDash val="solid"/>
          </a:ln>
        </p:spPr>
      </p:sp>
      <p:sp>
        <p:nvSpPr>
          <p:cNvPr id="25" name="Shape 23"/>
          <p:cNvSpPr/>
          <p:nvPr/>
        </p:nvSpPr>
        <p:spPr>
          <a:xfrm>
            <a:off x="4978908" y="5042002"/>
            <a:ext cx="274320" cy="170078"/>
          </a:xfrm>
          <a:prstGeom prst="ellipse">
            <a:avLst/>
          </a:prstGeom>
          <a:solidFill>
            <a:srgbClr val="D01012"/>
          </a:solidFill>
          <a:ln w="15875">
            <a:solidFill>
              <a:srgbClr val="960C0D"/>
            </a:solidFill>
            <a:prstDash val="solid"/>
          </a:ln>
        </p:spPr>
      </p:sp>
      <p:sp>
        <p:nvSpPr>
          <p:cNvPr id="26" name="Shape 24"/>
          <p:cNvSpPr/>
          <p:nvPr/>
        </p:nvSpPr>
        <p:spPr>
          <a:xfrm>
            <a:off x="548640" y="5157216"/>
            <a:ext cx="5074920" cy="987552"/>
          </a:xfrm>
          <a:prstGeom prst="roundRect">
            <a:avLst>
              <a:gd name="adj" fmla="val 6481"/>
            </a:avLst>
          </a:prstGeom>
          <a:solidFill>
            <a:srgbClr val="D01012"/>
          </a:solidFill>
          <a:ln w="19050">
            <a:solidFill>
              <a:srgbClr val="960C0D"/>
            </a:solidFill>
            <a:prstDash val="solid"/>
          </a:ln>
          <a:effectLst>
            <a:outerShdw sx="100000" sy="100000" kx="0" ky="0" algn="bl" rotWithShape="0" blurRad="101600" dist="38100" dir="2700000">
              <a:srgbClr val="000000">
                <a:alpha val="28000"/>
              </a:srgbClr>
            </a:outerShdw>
          </a:effectLst>
        </p:spPr>
      </p:sp>
      <p:sp>
        <p:nvSpPr>
          <p:cNvPr id="27" name="Text 25"/>
          <p:cNvSpPr txBox="1"/>
          <p:nvPr/>
        </p:nvSpPr>
        <p:spPr>
          <a:xfrm>
            <a:off x="777240" y="5266944"/>
            <a:ext cx="4663440" cy="365760"/>
          </a:xfrm>
          <a:prstGeom prst="rect">
            <a:avLst/>
          </a:prstGeom>
          <a:noFill/>
          <a:ln/>
        </p:spPr>
        <p:txBody>
          <a:bodyPr wrap="square" lIns="0" tIns="0" rIns="0" bIns="0" rtlCol="0" anchor="t"/>
          <a:lstStyle/>
          <a:p>
            <a:pPr algn="l" indent="0" marL="0">
              <a:lnSpc>
                <a:spcPct val="110000"/>
              </a:lnSpc>
              <a:buNone/>
            </a:pPr>
            <a:r>
              <a:rPr lang="en-US" sz="1900" b="1" dirty="0">
                <a:solidFill>
                  <a:srgbClr val="FFFFFF"/>
                </a:solidFill>
                <a:latin typeface="맑은 고딕" pitchFamily="34" charset="0"/>
                <a:ea typeface="맑은 고딕" pitchFamily="34" charset="-122"/>
                <a:cs typeface="맑은 고딕" pitchFamily="34" charset="-120"/>
              </a:rPr>
              <a:t>AI에게 주기 번거롭다</a:t>
            </a:r>
            <a:endParaRPr lang="en-US" sz="1900" dirty="0"/>
          </a:p>
        </p:txBody>
      </p:sp>
      <p:sp>
        <p:nvSpPr>
          <p:cNvPr id="28" name="Text 26"/>
          <p:cNvSpPr txBox="1"/>
          <p:nvPr/>
        </p:nvSpPr>
        <p:spPr>
          <a:xfrm>
            <a:off x="777240" y="5660136"/>
            <a:ext cx="4663440" cy="384048"/>
          </a:xfrm>
          <a:prstGeom prst="rect">
            <a:avLst/>
          </a:prstGeom>
          <a:noFill/>
          <a:ln/>
        </p:spPr>
        <p:txBody>
          <a:bodyPr wrap="square" lIns="0" tIns="0" rIns="0" bIns="0" rtlCol="0" anchor="t"/>
          <a:lstStyle/>
          <a:p>
            <a:pPr algn="l" indent="0" marL="0">
              <a:lnSpc>
                <a:spcPct val="110000"/>
              </a:lnSpc>
              <a:buNone/>
            </a:pPr>
            <a:r>
              <a:rPr lang="en-US" sz="1400" dirty="0">
                <a:solidFill>
                  <a:srgbClr val="FFE3E3"/>
                </a:solidFill>
                <a:latin typeface="맑은 고딕" pitchFamily="34" charset="0"/>
                <a:ea typeface="맑은 고딕" pitchFamily="34" charset="-122"/>
                <a:cs typeface="맑은 고딕" pitchFamily="34" charset="-120"/>
              </a:rPr>
              <a:t>파일마다 열어 복사·붙여넣기, 개인정보까지 섞여 있다</a:t>
            </a:r>
            <a:endParaRPr lang="en-US" sz="1400" dirty="0"/>
          </a:p>
        </p:txBody>
      </p:sp>
      <p:sp>
        <p:nvSpPr>
          <p:cNvPr id="29" name="Shape 27"/>
          <p:cNvSpPr/>
          <p:nvPr/>
        </p:nvSpPr>
        <p:spPr>
          <a:xfrm>
            <a:off x="5852160" y="3611880"/>
            <a:ext cx="777240" cy="822960"/>
          </a:xfrm>
          <a:prstGeom prst="rightArrow">
            <a:avLst/>
          </a:prstGeom>
          <a:solidFill>
            <a:srgbClr val="FFCD03"/>
          </a:solidFill>
          <a:ln w="19050">
            <a:solidFill>
              <a:srgbClr val="B89402"/>
            </a:solidFill>
            <a:prstDash val="solid"/>
          </a:ln>
        </p:spPr>
      </p:sp>
      <p:sp>
        <p:nvSpPr>
          <p:cNvPr id="30" name="Text 28"/>
          <p:cNvSpPr txBox="1"/>
          <p:nvPr/>
        </p:nvSpPr>
        <p:spPr>
          <a:xfrm>
            <a:off x="6858000" y="1874520"/>
            <a:ext cx="1828800" cy="365760"/>
          </a:xfrm>
          <a:prstGeom prst="rect">
            <a:avLst/>
          </a:prstGeom>
          <a:noFill/>
          <a:ln/>
        </p:spPr>
        <p:txBody>
          <a:bodyPr wrap="square" lIns="0" tIns="0" rIns="0" bIns="0" rtlCol="0" anchor="t"/>
          <a:lstStyle/>
          <a:p>
            <a:pPr algn="l" indent="0" marL="0">
              <a:lnSpc>
                <a:spcPct val="110000"/>
              </a:lnSpc>
              <a:buNone/>
            </a:pPr>
            <a:r>
              <a:rPr lang="en-US" sz="1800" b="1" dirty="0">
                <a:solidFill>
                  <a:srgbClr val="0055BF"/>
                </a:solidFill>
                <a:latin typeface="맑은 고딕" pitchFamily="34" charset="0"/>
                <a:ea typeface="맑은 고딕" pitchFamily="34" charset="-122"/>
                <a:cs typeface="맑은 고딕" pitchFamily="34" charset="-120"/>
              </a:rPr>
              <a:t>해결</a:t>
            </a:r>
            <a:endParaRPr lang="en-US" sz="1800" dirty="0"/>
          </a:p>
        </p:txBody>
      </p:sp>
      <p:sp>
        <p:nvSpPr>
          <p:cNvPr id="31" name="Shape 29"/>
          <p:cNvSpPr/>
          <p:nvPr/>
        </p:nvSpPr>
        <p:spPr>
          <a:xfrm>
            <a:off x="7182612" y="2429744"/>
            <a:ext cx="310896" cy="192756"/>
          </a:xfrm>
          <a:prstGeom prst="ellipse">
            <a:avLst/>
          </a:prstGeom>
          <a:solidFill>
            <a:srgbClr val="0055BF"/>
          </a:solidFill>
          <a:ln w="15875">
            <a:solidFill>
              <a:srgbClr val="003D8A"/>
            </a:solidFill>
            <a:prstDash val="solid"/>
          </a:ln>
        </p:spPr>
      </p:sp>
      <p:sp>
        <p:nvSpPr>
          <p:cNvPr id="32" name="Shape 30"/>
          <p:cNvSpPr/>
          <p:nvPr/>
        </p:nvSpPr>
        <p:spPr>
          <a:xfrm>
            <a:off x="8142732" y="2429744"/>
            <a:ext cx="310896" cy="192756"/>
          </a:xfrm>
          <a:prstGeom prst="ellipse">
            <a:avLst/>
          </a:prstGeom>
          <a:solidFill>
            <a:srgbClr val="0055BF"/>
          </a:solidFill>
          <a:ln w="15875">
            <a:solidFill>
              <a:srgbClr val="003D8A"/>
            </a:solidFill>
            <a:prstDash val="solid"/>
          </a:ln>
        </p:spPr>
      </p:sp>
      <p:sp>
        <p:nvSpPr>
          <p:cNvPr id="33" name="Shape 31"/>
          <p:cNvSpPr/>
          <p:nvPr/>
        </p:nvSpPr>
        <p:spPr>
          <a:xfrm>
            <a:off x="9102852" y="2429744"/>
            <a:ext cx="310896" cy="192756"/>
          </a:xfrm>
          <a:prstGeom prst="ellipse">
            <a:avLst/>
          </a:prstGeom>
          <a:solidFill>
            <a:srgbClr val="0055BF"/>
          </a:solidFill>
          <a:ln w="15875">
            <a:solidFill>
              <a:srgbClr val="003D8A"/>
            </a:solidFill>
            <a:prstDash val="solid"/>
          </a:ln>
        </p:spPr>
      </p:sp>
      <p:sp>
        <p:nvSpPr>
          <p:cNvPr id="34" name="Shape 32"/>
          <p:cNvSpPr/>
          <p:nvPr/>
        </p:nvSpPr>
        <p:spPr>
          <a:xfrm>
            <a:off x="10062972" y="2429744"/>
            <a:ext cx="310896" cy="192756"/>
          </a:xfrm>
          <a:prstGeom prst="ellipse">
            <a:avLst/>
          </a:prstGeom>
          <a:solidFill>
            <a:srgbClr val="0055BF"/>
          </a:solidFill>
          <a:ln w="15875">
            <a:solidFill>
              <a:srgbClr val="003D8A"/>
            </a:solidFill>
            <a:prstDash val="solid"/>
          </a:ln>
        </p:spPr>
      </p:sp>
      <p:sp>
        <p:nvSpPr>
          <p:cNvPr id="35" name="Shape 33"/>
          <p:cNvSpPr/>
          <p:nvPr/>
        </p:nvSpPr>
        <p:spPr>
          <a:xfrm>
            <a:off x="11023092" y="2429744"/>
            <a:ext cx="310896" cy="192756"/>
          </a:xfrm>
          <a:prstGeom prst="ellipse">
            <a:avLst/>
          </a:prstGeom>
          <a:solidFill>
            <a:srgbClr val="0055BF"/>
          </a:solidFill>
          <a:ln w="15875">
            <a:solidFill>
              <a:srgbClr val="003D8A"/>
            </a:solidFill>
            <a:prstDash val="solid"/>
          </a:ln>
        </p:spPr>
      </p:sp>
      <p:sp>
        <p:nvSpPr>
          <p:cNvPr id="36" name="Shape 34"/>
          <p:cNvSpPr/>
          <p:nvPr/>
        </p:nvSpPr>
        <p:spPr>
          <a:xfrm>
            <a:off x="6858000" y="2560320"/>
            <a:ext cx="4800600" cy="3584448"/>
          </a:xfrm>
          <a:prstGeom prst="roundRect">
            <a:avLst>
              <a:gd name="adj" fmla="val 1786"/>
            </a:avLst>
          </a:prstGeom>
          <a:solidFill>
            <a:srgbClr val="0055BF"/>
          </a:solidFill>
          <a:ln w="19050">
            <a:solidFill>
              <a:srgbClr val="003D8A"/>
            </a:solidFill>
            <a:prstDash val="solid"/>
          </a:ln>
          <a:effectLst>
            <a:outerShdw sx="100000" sy="100000" kx="0" ky="0" algn="bl" rotWithShape="0" blurRad="101600" dist="38100" dir="2700000">
              <a:srgbClr val="000000">
                <a:alpha val="28000"/>
              </a:srgbClr>
            </a:outerShdw>
          </a:effectLst>
        </p:spPr>
      </p:sp>
      <p:sp>
        <p:nvSpPr>
          <p:cNvPr id="37" name="Text 35"/>
          <p:cNvSpPr txBox="1"/>
          <p:nvPr/>
        </p:nvSpPr>
        <p:spPr>
          <a:xfrm>
            <a:off x="7132320" y="2743200"/>
            <a:ext cx="4297680" cy="960120"/>
          </a:xfrm>
          <a:prstGeom prst="rect">
            <a:avLst/>
          </a:prstGeom>
          <a:noFill/>
          <a:ln/>
        </p:spPr>
        <p:txBody>
          <a:bodyPr wrap="square" lIns="0" tIns="0" rIns="0" bIns="0" rtlCol="0" anchor="t"/>
          <a:lstStyle/>
          <a:p>
            <a:pPr algn="l" indent="0" marL="0">
              <a:lnSpc>
                <a:spcPct val="105000"/>
              </a:lnSpc>
              <a:buNone/>
            </a:pPr>
            <a:r>
              <a:rPr lang="en-US" sz="2500" b="1" dirty="0">
                <a:solidFill>
                  <a:srgbClr val="FFFFFF"/>
                </a:solidFill>
                <a:latin typeface="맑은 고딕" pitchFamily="34" charset="0"/>
                <a:ea typeface="맑은 고딕" pitchFamily="34" charset="-122"/>
                <a:cs typeface="맑은 고딕" pitchFamily="34" charset="-120"/>
              </a:rPr>
              <a:t>폴더째 넣으면</a:t>
            </a:r>
            <a:endParaRPr lang="en-US" sz="2500" dirty="0"/>
          </a:p>
          <a:p>
            <a:pPr algn="l" indent="0" marL="0">
              <a:lnSpc>
                <a:spcPct val="105000"/>
              </a:lnSpc>
              <a:buNone/>
            </a:pPr>
            <a:r>
              <a:rPr lang="en-US" sz="2500" b="1" dirty="0">
                <a:solidFill>
                  <a:srgbClr val="FFFFFF"/>
                </a:solidFill>
                <a:latin typeface="맑은 고딕" pitchFamily="34" charset="0"/>
                <a:ea typeface="맑은 고딕" pitchFamily="34" charset="-122"/>
                <a:cs typeface="맑은 고딕" pitchFamily="34" charset="-120"/>
              </a:rPr>
              <a:t>.md 묶음 + 목차</a:t>
            </a:r>
            <a:endParaRPr lang="en-US" sz="2500" dirty="0"/>
          </a:p>
        </p:txBody>
      </p:sp>
      <p:sp>
        <p:nvSpPr>
          <p:cNvPr id="38" name="Shape 36"/>
          <p:cNvSpPr/>
          <p:nvPr/>
        </p:nvSpPr>
        <p:spPr>
          <a:xfrm>
            <a:off x="7132320" y="3941064"/>
            <a:ext cx="420624" cy="420624"/>
          </a:xfrm>
          <a:prstGeom prst="ellipse">
            <a:avLst/>
          </a:prstGeom>
          <a:solidFill>
            <a:srgbClr val="FFCD03"/>
          </a:solidFill>
          <a:ln w="15875">
            <a:solidFill>
              <a:srgbClr val="B89402"/>
            </a:solidFill>
            <a:prstDash val="solid"/>
          </a:ln>
        </p:spPr>
      </p:sp>
      <p:sp>
        <p:nvSpPr>
          <p:cNvPr id="39" name="Text 37"/>
          <p:cNvSpPr txBox="1"/>
          <p:nvPr/>
        </p:nvSpPr>
        <p:spPr>
          <a:xfrm>
            <a:off x="7132320" y="3941064"/>
            <a:ext cx="420624" cy="420624"/>
          </a:xfrm>
          <a:prstGeom prst="rect">
            <a:avLst/>
          </a:prstGeom>
          <a:noFill/>
          <a:ln/>
        </p:spPr>
        <p:txBody>
          <a:bodyPr wrap="square" lIns="0" tIns="0" rIns="0" bIns="0" rtlCol="0" anchor="ctr"/>
          <a:lstStyle/>
          <a:p>
            <a:pPr algn="ctr" indent="0" marL="0">
              <a:lnSpc>
                <a:spcPct val="110000"/>
              </a:lnSpc>
              <a:buNone/>
            </a:pPr>
            <a:r>
              <a:rPr lang="en-US" sz="1500" b="1" dirty="0">
                <a:solidFill>
                  <a:srgbClr val="1B1B1B"/>
                </a:solidFill>
                <a:latin typeface="맑은 고딕" pitchFamily="34" charset="0"/>
                <a:ea typeface="맑은 고딕" pitchFamily="34" charset="-122"/>
                <a:cs typeface="맑은 고딕" pitchFamily="34" charset="-120"/>
              </a:rPr>
              <a:t>1</a:t>
            </a:r>
            <a:endParaRPr lang="en-US" sz="1500" dirty="0"/>
          </a:p>
        </p:txBody>
      </p:sp>
      <p:sp>
        <p:nvSpPr>
          <p:cNvPr id="40" name="Text 38"/>
          <p:cNvSpPr txBox="1"/>
          <p:nvPr/>
        </p:nvSpPr>
        <p:spPr>
          <a:xfrm>
            <a:off x="7699248" y="3886200"/>
            <a:ext cx="3840480" cy="329184"/>
          </a:xfrm>
          <a:prstGeom prst="rect">
            <a:avLst/>
          </a:prstGeom>
          <a:noFill/>
          <a:ln/>
        </p:spPr>
        <p:txBody>
          <a:bodyPr wrap="square" lIns="0" tIns="0" rIns="0" bIns="0" rtlCol="0" anchor="t"/>
          <a:lstStyle/>
          <a:p>
            <a:pPr algn="l" indent="0" marL="0">
              <a:lnSpc>
                <a:spcPct val="110000"/>
              </a:lnSpc>
              <a:buNone/>
            </a:pPr>
            <a:r>
              <a:rPr lang="en-US" sz="1600" b="1" dirty="0">
                <a:solidFill>
                  <a:srgbClr val="FFFFFF"/>
                </a:solidFill>
                <a:latin typeface="맑은 고딕" pitchFamily="34" charset="0"/>
                <a:ea typeface="맑은 고딕" pitchFamily="34" charset="-122"/>
                <a:cs typeface="맑은 고딕" pitchFamily="34" charset="-120"/>
              </a:rPr>
              <a:t>확장자 대신 내용으로 형식 판별</a:t>
            </a:r>
            <a:endParaRPr lang="en-US" sz="1600" dirty="0"/>
          </a:p>
        </p:txBody>
      </p:sp>
      <p:sp>
        <p:nvSpPr>
          <p:cNvPr id="41" name="Text 39"/>
          <p:cNvSpPr txBox="1"/>
          <p:nvPr/>
        </p:nvSpPr>
        <p:spPr>
          <a:xfrm>
            <a:off x="7699248" y="4197096"/>
            <a:ext cx="3840480" cy="292608"/>
          </a:xfrm>
          <a:prstGeom prst="rect">
            <a:avLst/>
          </a:prstGeom>
          <a:noFill/>
          <a:ln/>
        </p:spPr>
        <p:txBody>
          <a:bodyPr wrap="square" lIns="0" tIns="0" rIns="0" bIns="0" rtlCol="0" anchor="t"/>
          <a:lstStyle/>
          <a:p>
            <a:pPr algn="l" indent="0" marL="0">
              <a:lnSpc>
                <a:spcPct val="110000"/>
              </a:lnSpc>
              <a:buNone/>
            </a:pPr>
            <a:r>
              <a:rPr lang="en-US" sz="1250" dirty="0">
                <a:solidFill>
                  <a:srgbClr val="D6E4FF"/>
                </a:solidFill>
                <a:latin typeface="맑은 고딕" pitchFamily="34" charset="0"/>
                <a:ea typeface="맑은 고딕" pitchFamily="34" charset="-122"/>
                <a:cs typeface="맑은 고딕" pitchFamily="34" charset="-120"/>
              </a:rPr>
              <a:t>파일 앞 바이트·ZIP 속 목록을 본다</a:t>
            </a:r>
            <a:endParaRPr lang="en-US" sz="1250" dirty="0"/>
          </a:p>
        </p:txBody>
      </p:sp>
      <p:sp>
        <p:nvSpPr>
          <p:cNvPr id="42" name="Shape 40"/>
          <p:cNvSpPr/>
          <p:nvPr/>
        </p:nvSpPr>
        <p:spPr>
          <a:xfrm>
            <a:off x="7132320" y="4672584"/>
            <a:ext cx="420624" cy="420624"/>
          </a:xfrm>
          <a:prstGeom prst="ellipse">
            <a:avLst/>
          </a:prstGeom>
          <a:solidFill>
            <a:srgbClr val="FFCD03"/>
          </a:solidFill>
          <a:ln w="15875">
            <a:solidFill>
              <a:srgbClr val="B89402"/>
            </a:solidFill>
            <a:prstDash val="solid"/>
          </a:ln>
        </p:spPr>
      </p:sp>
      <p:sp>
        <p:nvSpPr>
          <p:cNvPr id="43" name="Text 41"/>
          <p:cNvSpPr txBox="1"/>
          <p:nvPr/>
        </p:nvSpPr>
        <p:spPr>
          <a:xfrm>
            <a:off x="7132320" y="4672584"/>
            <a:ext cx="420624" cy="420624"/>
          </a:xfrm>
          <a:prstGeom prst="rect">
            <a:avLst/>
          </a:prstGeom>
          <a:noFill/>
          <a:ln/>
        </p:spPr>
        <p:txBody>
          <a:bodyPr wrap="square" lIns="0" tIns="0" rIns="0" bIns="0" rtlCol="0" anchor="ctr"/>
          <a:lstStyle/>
          <a:p>
            <a:pPr algn="ctr" indent="0" marL="0">
              <a:lnSpc>
                <a:spcPct val="110000"/>
              </a:lnSpc>
              <a:buNone/>
            </a:pPr>
            <a:r>
              <a:rPr lang="en-US" sz="1500" b="1" dirty="0">
                <a:solidFill>
                  <a:srgbClr val="1B1B1B"/>
                </a:solidFill>
                <a:latin typeface="맑은 고딕" pitchFamily="34" charset="0"/>
                <a:ea typeface="맑은 고딕" pitchFamily="34" charset="-122"/>
                <a:cs typeface="맑은 고딕" pitchFamily="34" charset="-120"/>
              </a:rPr>
              <a:t>2</a:t>
            </a:r>
            <a:endParaRPr lang="en-US" sz="1500" dirty="0"/>
          </a:p>
        </p:txBody>
      </p:sp>
      <p:sp>
        <p:nvSpPr>
          <p:cNvPr id="44" name="Text 42"/>
          <p:cNvSpPr txBox="1"/>
          <p:nvPr/>
        </p:nvSpPr>
        <p:spPr>
          <a:xfrm>
            <a:off x="7699248" y="4617720"/>
            <a:ext cx="3840480" cy="329184"/>
          </a:xfrm>
          <a:prstGeom prst="rect">
            <a:avLst/>
          </a:prstGeom>
          <a:noFill/>
          <a:ln/>
        </p:spPr>
        <p:txBody>
          <a:bodyPr wrap="square" lIns="0" tIns="0" rIns="0" bIns="0" rtlCol="0" anchor="t"/>
          <a:lstStyle/>
          <a:p>
            <a:pPr algn="l" indent="0" marL="0">
              <a:lnSpc>
                <a:spcPct val="110000"/>
              </a:lnSpc>
              <a:buNone/>
            </a:pPr>
            <a:r>
              <a:rPr lang="en-US" sz="1600" b="1" dirty="0">
                <a:solidFill>
                  <a:srgbClr val="FFFFFF"/>
                </a:solidFill>
                <a:latin typeface="맑은 고딕" pitchFamily="34" charset="0"/>
                <a:ea typeface="맑은 고딕" pitchFamily="34" charset="-122"/>
                <a:cs typeface="맑은 고딕" pitchFamily="34" charset="-120"/>
              </a:rPr>
              <a:t>여러 번 돌려도 바뀐 것만</a:t>
            </a:r>
            <a:endParaRPr lang="en-US" sz="1600" dirty="0"/>
          </a:p>
        </p:txBody>
      </p:sp>
      <p:sp>
        <p:nvSpPr>
          <p:cNvPr id="45" name="Text 43"/>
          <p:cNvSpPr txBox="1"/>
          <p:nvPr/>
        </p:nvSpPr>
        <p:spPr>
          <a:xfrm>
            <a:off x="7699248" y="4928616"/>
            <a:ext cx="3840480" cy="292608"/>
          </a:xfrm>
          <a:prstGeom prst="rect">
            <a:avLst/>
          </a:prstGeom>
          <a:noFill/>
          <a:ln/>
        </p:spPr>
        <p:txBody>
          <a:bodyPr wrap="square" lIns="0" tIns="0" rIns="0" bIns="0" rtlCol="0" anchor="t"/>
          <a:lstStyle/>
          <a:p>
            <a:pPr algn="l" indent="0" marL="0">
              <a:lnSpc>
                <a:spcPct val="110000"/>
              </a:lnSpc>
              <a:buNone/>
            </a:pPr>
            <a:r>
              <a:rPr lang="en-US" sz="1250" dirty="0">
                <a:solidFill>
                  <a:srgbClr val="D6E4FF"/>
                </a:solidFill>
                <a:latin typeface="맑은 고딕" pitchFamily="34" charset="0"/>
                <a:ea typeface="맑은 고딕" pitchFamily="34" charset="-122"/>
                <a:cs typeface="맑은 고딕" pitchFamily="34" charset="-120"/>
              </a:rPr>
              <a:t>자료가 늘면 다시 돌리면 끝</a:t>
            </a:r>
            <a:endParaRPr lang="en-US" sz="1250" dirty="0"/>
          </a:p>
        </p:txBody>
      </p:sp>
      <p:sp>
        <p:nvSpPr>
          <p:cNvPr id="46" name="Shape 44"/>
          <p:cNvSpPr/>
          <p:nvPr/>
        </p:nvSpPr>
        <p:spPr>
          <a:xfrm>
            <a:off x="7132320" y="5404104"/>
            <a:ext cx="420624" cy="420624"/>
          </a:xfrm>
          <a:prstGeom prst="ellipse">
            <a:avLst/>
          </a:prstGeom>
          <a:solidFill>
            <a:srgbClr val="FFCD03"/>
          </a:solidFill>
          <a:ln w="15875">
            <a:solidFill>
              <a:srgbClr val="B89402"/>
            </a:solidFill>
            <a:prstDash val="solid"/>
          </a:ln>
        </p:spPr>
      </p:sp>
      <p:sp>
        <p:nvSpPr>
          <p:cNvPr id="47" name="Text 45"/>
          <p:cNvSpPr txBox="1"/>
          <p:nvPr/>
        </p:nvSpPr>
        <p:spPr>
          <a:xfrm>
            <a:off x="7132320" y="5404104"/>
            <a:ext cx="420624" cy="420624"/>
          </a:xfrm>
          <a:prstGeom prst="rect">
            <a:avLst/>
          </a:prstGeom>
          <a:noFill/>
          <a:ln/>
        </p:spPr>
        <p:txBody>
          <a:bodyPr wrap="square" lIns="0" tIns="0" rIns="0" bIns="0" rtlCol="0" anchor="ctr"/>
          <a:lstStyle/>
          <a:p>
            <a:pPr algn="ctr" indent="0" marL="0">
              <a:lnSpc>
                <a:spcPct val="110000"/>
              </a:lnSpc>
              <a:buNone/>
            </a:pPr>
            <a:r>
              <a:rPr lang="en-US" sz="1500" b="1" dirty="0">
                <a:solidFill>
                  <a:srgbClr val="1B1B1B"/>
                </a:solidFill>
                <a:latin typeface="맑은 고딕" pitchFamily="34" charset="0"/>
                <a:ea typeface="맑은 고딕" pitchFamily="34" charset="-122"/>
                <a:cs typeface="맑은 고딕" pitchFamily="34" charset="-120"/>
              </a:rPr>
              <a:t>3</a:t>
            </a:r>
            <a:endParaRPr lang="en-US" sz="1500" dirty="0"/>
          </a:p>
        </p:txBody>
      </p:sp>
      <p:sp>
        <p:nvSpPr>
          <p:cNvPr id="48" name="Text 46"/>
          <p:cNvSpPr txBox="1"/>
          <p:nvPr/>
        </p:nvSpPr>
        <p:spPr>
          <a:xfrm>
            <a:off x="7699248" y="5349240"/>
            <a:ext cx="3840480" cy="329184"/>
          </a:xfrm>
          <a:prstGeom prst="rect">
            <a:avLst/>
          </a:prstGeom>
          <a:noFill/>
          <a:ln/>
        </p:spPr>
        <p:txBody>
          <a:bodyPr wrap="square" lIns="0" tIns="0" rIns="0" bIns="0" rtlCol="0" anchor="t"/>
          <a:lstStyle/>
          <a:p>
            <a:pPr algn="l" indent="0" marL="0">
              <a:lnSpc>
                <a:spcPct val="110000"/>
              </a:lnSpc>
              <a:buNone/>
            </a:pPr>
            <a:r>
              <a:rPr lang="en-US" sz="1600" b="1" dirty="0">
                <a:solidFill>
                  <a:srgbClr val="FFFFFF"/>
                </a:solidFill>
                <a:latin typeface="맑은 고딕" pitchFamily="34" charset="0"/>
                <a:ea typeface="맑은 고딕" pitchFamily="34" charset="-122"/>
                <a:cs typeface="맑은 고딕" pitchFamily="34" charset="-120"/>
              </a:rPr>
              <a:t>개인정보는 기본으로 가림</a:t>
            </a:r>
            <a:endParaRPr lang="en-US" sz="1600" dirty="0"/>
          </a:p>
        </p:txBody>
      </p:sp>
      <p:sp>
        <p:nvSpPr>
          <p:cNvPr id="49" name="Text 47"/>
          <p:cNvSpPr txBox="1"/>
          <p:nvPr/>
        </p:nvSpPr>
        <p:spPr>
          <a:xfrm>
            <a:off x="7699248" y="5660136"/>
            <a:ext cx="3840480" cy="292608"/>
          </a:xfrm>
          <a:prstGeom prst="rect">
            <a:avLst/>
          </a:prstGeom>
          <a:noFill/>
          <a:ln/>
        </p:spPr>
        <p:txBody>
          <a:bodyPr wrap="square" lIns="0" tIns="0" rIns="0" bIns="0" rtlCol="0" anchor="t"/>
          <a:lstStyle/>
          <a:p>
            <a:pPr algn="l" indent="0" marL="0">
              <a:lnSpc>
                <a:spcPct val="110000"/>
              </a:lnSpc>
              <a:buNone/>
            </a:pPr>
            <a:r>
              <a:rPr lang="en-US" sz="1250" dirty="0">
                <a:solidFill>
                  <a:srgbClr val="D6E4FF"/>
                </a:solidFill>
                <a:latin typeface="맑은 고딕" pitchFamily="34" charset="0"/>
                <a:ea typeface="맑은 고딕" pitchFamily="34" charset="-122"/>
                <a:cs typeface="맑은 고딕" pitchFamily="34" charset="-120"/>
              </a:rPr>
              <a:t>이름·전화·계좌번호 + 보고서</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0F2"/>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731520"/>
          </a:xfrm>
          <a:prstGeom prst="rect">
            <a:avLst/>
          </a:prstGeom>
          <a:noFill/>
          <a:ln/>
        </p:spPr>
        <p:txBody>
          <a:bodyPr wrap="square" lIns="0" tIns="0" rIns="0" bIns="0" rtlCol="0" anchor="ctr"/>
          <a:lstStyle/>
          <a:p>
            <a:pPr algn="l" indent="0" marL="0">
              <a:lnSpc>
                <a:spcPct val="110000"/>
              </a:lnSpc>
              <a:buNone/>
            </a:pPr>
            <a:r>
              <a:rPr lang="en-US" sz="3800" b="1" dirty="0">
                <a:solidFill>
                  <a:srgbClr val="1B1B1B"/>
                </a:solidFill>
                <a:latin typeface="맑은 고딕" pitchFamily="34" charset="0"/>
                <a:ea typeface="맑은 고딕" pitchFamily="34" charset="-122"/>
                <a:cs typeface="맑은 고딕" pitchFamily="34" charset="-120"/>
              </a:rPr>
              <a:t>어떻게 쓰나 — 네 블록이면 끝</a:t>
            </a:r>
            <a:endParaRPr lang="en-US" sz="3800" dirty="0"/>
          </a:p>
        </p:txBody>
      </p:sp>
      <p:sp>
        <p:nvSpPr>
          <p:cNvPr id="3" name="Text 1"/>
          <p:cNvSpPr txBox="1"/>
          <p:nvPr/>
        </p:nvSpPr>
        <p:spPr>
          <a:xfrm>
            <a:off x="566928" y="1170432"/>
            <a:ext cx="10972800" cy="411480"/>
          </a:xfrm>
          <a:prstGeom prst="rect">
            <a:avLst/>
          </a:prstGeom>
          <a:noFill/>
          <a:ln/>
        </p:spPr>
        <p:txBody>
          <a:bodyPr wrap="square" lIns="0" tIns="0" rIns="0" bIns="0" rtlCol="0" anchor="ctr"/>
          <a:lstStyle/>
          <a:p>
            <a:pPr algn="l" indent="0" marL="0">
              <a:lnSpc>
                <a:spcPct val="110000"/>
              </a:lnSpc>
              <a:buNone/>
            </a:pPr>
            <a:r>
              <a:rPr lang="en-US" sz="1600" dirty="0">
                <a:solidFill>
                  <a:srgbClr val="5E6166"/>
                </a:solidFill>
                <a:latin typeface="맑은 고딕" pitchFamily="34" charset="0"/>
                <a:ea typeface="맑은 고딕" pitchFamily="34" charset="-122"/>
                <a:cs typeface="맑은 고딕" pitchFamily="34" charset="-120"/>
              </a:rPr>
              <a:t>Windows · 파이썬을 몰라도 더블클릭과 끌어다 놓기로</a:t>
            </a:r>
            <a:endParaRPr lang="en-US" sz="1600" dirty="0"/>
          </a:p>
        </p:txBody>
      </p:sp>
      <p:sp>
        <p:nvSpPr>
          <p:cNvPr id="4" name="Shape 2"/>
          <p:cNvSpPr/>
          <p:nvPr/>
        </p:nvSpPr>
        <p:spPr>
          <a:xfrm>
            <a:off x="880872" y="2018264"/>
            <a:ext cx="310896" cy="192756"/>
          </a:xfrm>
          <a:prstGeom prst="ellipse">
            <a:avLst/>
          </a:prstGeom>
          <a:solidFill>
            <a:srgbClr val="0055BF"/>
          </a:solidFill>
          <a:ln w="15875">
            <a:solidFill>
              <a:srgbClr val="003D8A"/>
            </a:solidFill>
            <a:prstDash val="solid"/>
          </a:ln>
        </p:spPr>
      </p:sp>
      <p:sp>
        <p:nvSpPr>
          <p:cNvPr id="5" name="Shape 3"/>
          <p:cNvSpPr/>
          <p:nvPr/>
        </p:nvSpPr>
        <p:spPr>
          <a:xfrm>
            <a:off x="1856232" y="2018264"/>
            <a:ext cx="310896" cy="192756"/>
          </a:xfrm>
          <a:prstGeom prst="ellipse">
            <a:avLst/>
          </a:prstGeom>
          <a:solidFill>
            <a:srgbClr val="0055BF"/>
          </a:solidFill>
          <a:ln w="15875">
            <a:solidFill>
              <a:srgbClr val="003D8A"/>
            </a:solidFill>
            <a:prstDash val="solid"/>
          </a:ln>
        </p:spPr>
      </p:sp>
      <p:sp>
        <p:nvSpPr>
          <p:cNvPr id="6" name="Shape 4"/>
          <p:cNvSpPr/>
          <p:nvPr/>
        </p:nvSpPr>
        <p:spPr>
          <a:xfrm>
            <a:off x="2831592" y="2018264"/>
            <a:ext cx="310896" cy="192756"/>
          </a:xfrm>
          <a:prstGeom prst="ellipse">
            <a:avLst/>
          </a:prstGeom>
          <a:solidFill>
            <a:srgbClr val="0055BF"/>
          </a:solidFill>
          <a:ln w="15875">
            <a:solidFill>
              <a:srgbClr val="003D8A"/>
            </a:solidFill>
            <a:prstDash val="solid"/>
          </a:ln>
        </p:spPr>
      </p:sp>
      <p:sp>
        <p:nvSpPr>
          <p:cNvPr id="7" name="Shape 5"/>
          <p:cNvSpPr/>
          <p:nvPr/>
        </p:nvSpPr>
        <p:spPr>
          <a:xfrm>
            <a:off x="548640" y="2148840"/>
            <a:ext cx="2926080" cy="1737360"/>
          </a:xfrm>
          <a:prstGeom prst="roundRect">
            <a:avLst>
              <a:gd name="adj" fmla="val 3684"/>
            </a:avLst>
          </a:prstGeom>
          <a:solidFill>
            <a:srgbClr val="0055BF"/>
          </a:solidFill>
          <a:ln w="19050">
            <a:solidFill>
              <a:srgbClr val="003D8A"/>
            </a:solidFill>
            <a:prstDash val="solid"/>
          </a:ln>
          <a:effectLst>
            <a:outerShdw sx="100000" sy="100000" kx="0" ky="0" algn="bl" rotWithShape="0" blurRad="101600" dist="38100" dir="2700000">
              <a:srgbClr val="000000">
                <a:alpha val="28000"/>
              </a:srgbClr>
            </a:outerShdw>
          </a:effectLst>
        </p:spPr>
      </p:sp>
      <p:sp>
        <p:nvSpPr>
          <p:cNvPr id="8" name="Shape 6"/>
          <p:cNvSpPr/>
          <p:nvPr/>
        </p:nvSpPr>
        <p:spPr>
          <a:xfrm>
            <a:off x="749808" y="2350008"/>
            <a:ext cx="566928" cy="566928"/>
          </a:xfrm>
          <a:prstGeom prst="ellipse">
            <a:avLst/>
          </a:prstGeom>
          <a:solidFill>
            <a:srgbClr val="FFFFFF"/>
          </a:solidFill>
          <a:ln w="19050">
            <a:solidFill>
              <a:srgbClr val="003D8A"/>
            </a:solidFill>
            <a:prstDash val="solid"/>
          </a:ln>
        </p:spPr>
      </p:sp>
      <p:sp>
        <p:nvSpPr>
          <p:cNvPr id="9" name="Text 7"/>
          <p:cNvSpPr txBox="1"/>
          <p:nvPr/>
        </p:nvSpPr>
        <p:spPr>
          <a:xfrm>
            <a:off x="749808" y="2350008"/>
            <a:ext cx="566928" cy="566928"/>
          </a:xfrm>
          <a:prstGeom prst="rect">
            <a:avLst/>
          </a:prstGeom>
          <a:noFill/>
          <a:ln/>
        </p:spPr>
        <p:txBody>
          <a:bodyPr wrap="square" lIns="0" tIns="0" rIns="0" bIns="0" rtlCol="0" anchor="ctr"/>
          <a:lstStyle/>
          <a:p>
            <a:pPr algn="ctr" indent="0" marL="0">
              <a:lnSpc>
                <a:spcPct val="110000"/>
              </a:lnSpc>
              <a:buNone/>
            </a:pPr>
            <a:r>
              <a:rPr lang="en-US" sz="2000" b="1" dirty="0">
                <a:solidFill>
                  <a:srgbClr val="1B1B1B"/>
                </a:solidFill>
                <a:latin typeface="맑은 고딕" pitchFamily="34" charset="0"/>
                <a:ea typeface="맑은 고딕" pitchFamily="34" charset="-122"/>
                <a:cs typeface="맑은 고딕" pitchFamily="34" charset="-120"/>
              </a:rPr>
              <a:t>1</a:t>
            </a:r>
            <a:endParaRPr lang="en-US" sz="2000" dirty="0"/>
          </a:p>
        </p:txBody>
      </p:sp>
      <p:sp>
        <p:nvSpPr>
          <p:cNvPr id="10" name="Text 8"/>
          <p:cNvSpPr txBox="1"/>
          <p:nvPr/>
        </p:nvSpPr>
        <p:spPr>
          <a:xfrm>
            <a:off x="1444752" y="2368296"/>
            <a:ext cx="1828800" cy="530352"/>
          </a:xfrm>
          <a:prstGeom prst="rect">
            <a:avLst/>
          </a:prstGeom>
          <a:noFill/>
          <a:ln/>
        </p:spPr>
        <p:txBody>
          <a:bodyPr wrap="square" lIns="0" tIns="0" rIns="0" bIns="0" rtlCol="0" anchor="ctr"/>
          <a:lstStyle/>
          <a:p>
            <a:pPr algn="l" indent="0" marL="0">
              <a:lnSpc>
                <a:spcPct val="110000"/>
              </a:lnSpc>
              <a:buNone/>
            </a:pPr>
            <a:r>
              <a:rPr lang="en-US" sz="2400" b="1" dirty="0">
                <a:solidFill>
                  <a:srgbClr val="FFFFFF"/>
                </a:solidFill>
                <a:latin typeface="맑은 고딕" pitchFamily="34" charset="0"/>
                <a:ea typeface="맑은 고딕" pitchFamily="34" charset="-122"/>
                <a:cs typeface="맑은 고딕" pitchFamily="34" charset="-120"/>
              </a:rPr>
              <a:t>받기</a:t>
            </a:r>
            <a:endParaRPr lang="en-US" sz="2400" dirty="0"/>
          </a:p>
        </p:txBody>
      </p:sp>
      <p:sp>
        <p:nvSpPr>
          <p:cNvPr id="11" name="Text 9"/>
          <p:cNvSpPr txBox="1"/>
          <p:nvPr/>
        </p:nvSpPr>
        <p:spPr>
          <a:xfrm>
            <a:off x="777240" y="3044952"/>
            <a:ext cx="2560320" cy="731520"/>
          </a:xfrm>
          <a:prstGeom prst="rect">
            <a:avLst/>
          </a:prstGeom>
          <a:noFill/>
          <a:ln/>
        </p:spPr>
        <p:txBody>
          <a:bodyPr wrap="square" lIns="0" tIns="0" rIns="0" bIns="0" rtlCol="0" anchor="t"/>
          <a:lstStyle/>
          <a:p>
            <a:pPr algn="l" indent="0" marL="0">
              <a:lnSpc>
                <a:spcPct val="120000"/>
              </a:lnSpc>
              <a:buNone/>
            </a:pPr>
            <a:r>
              <a:rPr lang="en-US" sz="1350" dirty="0">
                <a:solidFill>
                  <a:srgbClr val="FFFFFF"/>
                </a:solidFill>
                <a:latin typeface="맑은 고딕" pitchFamily="34" charset="0"/>
                <a:ea typeface="맑은 고딕" pitchFamily="34" charset="-122"/>
                <a:cs typeface="맑은 고딕" pitchFamily="34" charset="-120"/>
              </a:rPr>
              <a:t>교재에서 zip 두 개를 받아</a:t>
            </a:r>
            <a:endParaRPr lang="en-US" sz="1350" dirty="0"/>
          </a:p>
          <a:p>
            <a:pPr algn="l" indent="0" marL="0">
              <a:lnSpc>
                <a:spcPct val="120000"/>
              </a:lnSpc>
              <a:buNone/>
            </a:pPr>
            <a:r>
              <a:rPr lang="en-US" sz="1350" dirty="0">
                <a:solidFill>
                  <a:srgbClr val="FFFFFF"/>
                </a:solidFill>
                <a:latin typeface="맑은 고딕" pitchFamily="34" charset="0"/>
                <a:ea typeface="맑은 고딕" pitchFamily="34" charset="-122"/>
                <a:cs typeface="맑은 고딕" pitchFamily="34" charset="-120"/>
              </a:rPr>
              <a:t>C:\pkos_실습 에 풀기</a:t>
            </a:r>
            <a:endParaRPr lang="en-US" sz="1350" dirty="0"/>
          </a:p>
        </p:txBody>
      </p:sp>
      <p:sp>
        <p:nvSpPr>
          <p:cNvPr id="12" name="Shape 10"/>
          <p:cNvSpPr/>
          <p:nvPr/>
        </p:nvSpPr>
        <p:spPr>
          <a:xfrm>
            <a:off x="4035552" y="2018264"/>
            <a:ext cx="310896" cy="192756"/>
          </a:xfrm>
          <a:prstGeom prst="ellipse">
            <a:avLst/>
          </a:prstGeom>
          <a:solidFill>
            <a:srgbClr val="FFCD03"/>
          </a:solidFill>
          <a:ln w="15875">
            <a:solidFill>
              <a:srgbClr val="B89402"/>
            </a:solidFill>
            <a:prstDash val="solid"/>
          </a:ln>
        </p:spPr>
      </p:sp>
      <p:sp>
        <p:nvSpPr>
          <p:cNvPr id="13" name="Shape 11"/>
          <p:cNvSpPr/>
          <p:nvPr/>
        </p:nvSpPr>
        <p:spPr>
          <a:xfrm>
            <a:off x="5010912" y="2018264"/>
            <a:ext cx="310896" cy="192756"/>
          </a:xfrm>
          <a:prstGeom prst="ellipse">
            <a:avLst/>
          </a:prstGeom>
          <a:solidFill>
            <a:srgbClr val="FFCD03"/>
          </a:solidFill>
          <a:ln w="15875">
            <a:solidFill>
              <a:srgbClr val="B89402"/>
            </a:solidFill>
            <a:prstDash val="solid"/>
          </a:ln>
        </p:spPr>
      </p:sp>
      <p:sp>
        <p:nvSpPr>
          <p:cNvPr id="14" name="Shape 12"/>
          <p:cNvSpPr/>
          <p:nvPr/>
        </p:nvSpPr>
        <p:spPr>
          <a:xfrm>
            <a:off x="5986272" y="2018264"/>
            <a:ext cx="310896" cy="192756"/>
          </a:xfrm>
          <a:prstGeom prst="ellipse">
            <a:avLst/>
          </a:prstGeom>
          <a:solidFill>
            <a:srgbClr val="FFCD03"/>
          </a:solidFill>
          <a:ln w="15875">
            <a:solidFill>
              <a:srgbClr val="B89402"/>
            </a:solidFill>
            <a:prstDash val="solid"/>
          </a:ln>
        </p:spPr>
      </p:sp>
      <p:sp>
        <p:nvSpPr>
          <p:cNvPr id="15" name="Shape 13"/>
          <p:cNvSpPr/>
          <p:nvPr/>
        </p:nvSpPr>
        <p:spPr>
          <a:xfrm>
            <a:off x="3703320" y="2148840"/>
            <a:ext cx="2926080" cy="1737360"/>
          </a:xfrm>
          <a:prstGeom prst="roundRect">
            <a:avLst>
              <a:gd name="adj" fmla="val 3684"/>
            </a:avLst>
          </a:prstGeom>
          <a:solidFill>
            <a:srgbClr val="FFCD03"/>
          </a:solidFill>
          <a:ln w="19050">
            <a:solidFill>
              <a:srgbClr val="B89402"/>
            </a:solidFill>
            <a:prstDash val="solid"/>
          </a:ln>
          <a:effectLst>
            <a:outerShdw sx="100000" sy="100000" kx="0" ky="0" algn="bl" rotWithShape="0" blurRad="101600" dist="38100" dir="2700000">
              <a:srgbClr val="000000">
                <a:alpha val="28000"/>
              </a:srgbClr>
            </a:outerShdw>
          </a:effectLst>
        </p:spPr>
      </p:sp>
      <p:sp>
        <p:nvSpPr>
          <p:cNvPr id="16" name="Shape 14"/>
          <p:cNvSpPr/>
          <p:nvPr/>
        </p:nvSpPr>
        <p:spPr>
          <a:xfrm>
            <a:off x="3904488" y="2350008"/>
            <a:ext cx="566928" cy="566928"/>
          </a:xfrm>
          <a:prstGeom prst="ellipse">
            <a:avLst/>
          </a:prstGeom>
          <a:solidFill>
            <a:srgbClr val="FFFFFF"/>
          </a:solidFill>
          <a:ln w="19050">
            <a:solidFill>
              <a:srgbClr val="B89402"/>
            </a:solidFill>
            <a:prstDash val="solid"/>
          </a:ln>
        </p:spPr>
      </p:sp>
      <p:sp>
        <p:nvSpPr>
          <p:cNvPr id="17" name="Text 15"/>
          <p:cNvSpPr txBox="1"/>
          <p:nvPr/>
        </p:nvSpPr>
        <p:spPr>
          <a:xfrm>
            <a:off x="3904488" y="2350008"/>
            <a:ext cx="566928" cy="566928"/>
          </a:xfrm>
          <a:prstGeom prst="rect">
            <a:avLst/>
          </a:prstGeom>
          <a:noFill/>
          <a:ln/>
        </p:spPr>
        <p:txBody>
          <a:bodyPr wrap="square" lIns="0" tIns="0" rIns="0" bIns="0" rtlCol="0" anchor="ctr"/>
          <a:lstStyle/>
          <a:p>
            <a:pPr algn="ctr" indent="0" marL="0">
              <a:lnSpc>
                <a:spcPct val="110000"/>
              </a:lnSpc>
              <a:buNone/>
            </a:pPr>
            <a:r>
              <a:rPr lang="en-US" sz="2000" b="1" dirty="0">
                <a:solidFill>
                  <a:srgbClr val="1B1B1B"/>
                </a:solidFill>
                <a:latin typeface="맑은 고딕" pitchFamily="34" charset="0"/>
                <a:ea typeface="맑은 고딕" pitchFamily="34" charset="-122"/>
                <a:cs typeface="맑은 고딕" pitchFamily="34" charset="-120"/>
              </a:rPr>
              <a:t>2</a:t>
            </a:r>
            <a:endParaRPr lang="en-US" sz="2000" dirty="0"/>
          </a:p>
        </p:txBody>
      </p:sp>
      <p:sp>
        <p:nvSpPr>
          <p:cNvPr id="18" name="Text 16"/>
          <p:cNvSpPr txBox="1"/>
          <p:nvPr/>
        </p:nvSpPr>
        <p:spPr>
          <a:xfrm>
            <a:off x="4599432" y="2368296"/>
            <a:ext cx="1828800" cy="530352"/>
          </a:xfrm>
          <a:prstGeom prst="rect">
            <a:avLst/>
          </a:prstGeom>
          <a:noFill/>
          <a:ln/>
        </p:spPr>
        <p:txBody>
          <a:bodyPr wrap="square" lIns="0" tIns="0" rIns="0" bIns="0" rtlCol="0" anchor="ctr"/>
          <a:lstStyle/>
          <a:p>
            <a:pPr algn="l" indent="0" marL="0">
              <a:lnSpc>
                <a:spcPct val="110000"/>
              </a:lnSpc>
              <a:buNone/>
            </a:pPr>
            <a:r>
              <a:rPr lang="en-US" sz="2400" b="1" dirty="0">
                <a:solidFill>
                  <a:srgbClr val="1B1B1B"/>
                </a:solidFill>
                <a:latin typeface="맑은 고딕" pitchFamily="34" charset="0"/>
                <a:ea typeface="맑은 고딕" pitchFamily="34" charset="-122"/>
                <a:cs typeface="맑은 고딕" pitchFamily="34" charset="-120"/>
              </a:rPr>
              <a:t>설치</a:t>
            </a:r>
            <a:endParaRPr lang="en-US" sz="2400" dirty="0"/>
          </a:p>
        </p:txBody>
      </p:sp>
      <p:sp>
        <p:nvSpPr>
          <p:cNvPr id="19" name="Text 17"/>
          <p:cNvSpPr txBox="1"/>
          <p:nvPr/>
        </p:nvSpPr>
        <p:spPr>
          <a:xfrm>
            <a:off x="3931920" y="3044952"/>
            <a:ext cx="2560320" cy="731520"/>
          </a:xfrm>
          <a:prstGeom prst="rect">
            <a:avLst/>
          </a:prstGeom>
          <a:noFill/>
          <a:ln/>
        </p:spPr>
        <p:txBody>
          <a:bodyPr wrap="square" lIns="0" tIns="0" rIns="0" bIns="0" rtlCol="0" anchor="t"/>
          <a:lstStyle/>
          <a:p>
            <a:pPr algn="l" indent="0" marL="0">
              <a:lnSpc>
                <a:spcPct val="120000"/>
              </a:lnSpc>
              <a:buNone/>
            </a:pPr>
            <a:r>
              <a:rPr lang="en-US" sz="1350" dirty="0">
                <a:solidFill>
                  <a:srgbClr val="1B1B1B"/>
                </a:solidFill>
                <a:latin typeface="맑은 고딕" pitchFamily="34" charset="0"/>
                <a:ea typeface="맑은 고딕" pitchFamily="34" charset="-122"/>
                <a:cs typeface="맑은 고딕" pitchFamily="34" charset="-120"/>
              </a:rPr>
              <a:t>설치.cmd 더블클릭</a:t>
            </a:r>
            <a:endParaRPr lang="en-US" sz="1350" dirty="0"/>
          </a:p>
          <a:p>
            <a:pPr algn="l" indent="0" marL="0">
              <a:lnSpc>
                <a:spcPct val="120000"/>
              </a:lnSpc>
              <a:buNone/>
            </a:pPr>
            <a:r>
              <a:rPr lang="en-US" sz="1350" dirty="0">
                <a:solidFill>
                  <a:srgbClr val="1B1B1B"/>
                </a:solidFill>
                <a:latin typeface="맑은 고딕" pitchFamily="34" charset="0"/>
                <a:ea typeface="맑은 고딕" pitchFamily="34" charset="-122"/>
                <a:cs typeface="맑은 고딕" pitchFamily="34" charset="-120"/>
              </a:rPr>
              <a:t>파이썬·라이브러리 자동 설치</a:t>
            </a:r>
            <a:endParaRPr lang="en-US" sz="1350" dirty="0"/>
          </a:p>
        </p:txBody>
      </p:sp>
      <p:sp>
        <p:nvSpPr>
          <p:cNvPr id="20" name="Shape 18"/>
          <p:cNvSpPr/>
          <p:nvPr/>
        </p:nvSpPr>
        <p:spPr>
          <a:xfrm>
            <a:off x="880872" y="4121384"/>
            <a:ext cx="310896" cy="192756"/>
          </a:xfrm>
          <a:prstGeom prst="ellipse">
            <a:avLst/>
          </a:prstGeom>
          <a:solidFill>
            <a:srgbClr val="00852B"/>
          </a:solidFill>
          <a:ln w="15875">
            <a:solidFill>
              <a:srgbClr val="00601F"/>
            </a:solidFill>
            <a:prstDash val="solid"/>
          </a:ln>
        </p:spPr>
      </p:sp>
      <p:sp>
        <p:nvSpPr>
          <p:cNvPr id="21" name="Shape 19"/>
          <p:cNvSpPr/>
          <p:nvPr/>
        </p:nvSpPr>
        <p:spPr>
          <a:xfrm>
            <a:off x="1856232" y="4121384"/>
            <a:ext cx="310896" cy="192756"/>
          </a:xfrm>
          <a:prstGeom prst="ellipse">
            <a:avLst/>
          </a:prstGeom>
          <a:solidFill>
            <a:srgbClr val="00852B"/>
          </a:solidFill>
          <a:ln w="15875">
            <a:solidFill>
              <a:srgbClr val="00601F"/>
            </a:solidFill>
            <a:prstDash val="solid"/>
          </a:ln>
        </p:spPr>
      </p:sp>
      <p:sp>
        <p:nvSpPr>
          <p:cNvPr id="22" name="Shape 20"/>
          <p:cNvSpPr/>
          <p:nvPr/>
        </p:nvSpPr>
        <p:spPr>
          <a:xfrm>
            <a:off x="2831592" y="4121384"/>
            <a:ext cx="310896" cy="192756"/>
          </a:xfrm>
          <a:prstGeom prst="ellipse">
            <a:avLst/>
          </a:prstGeom>
          <a:solidFill>
            <a:srgbClr val="00852B"/>
          </a:solidFill>
          <a:ln w="15875">
            <a:solidFill>
              <a:srgbClr val="00601F"/>
            </a:solidFill>
            <a:prstDash val="solid"/>
          </a:ln>
        </p:spPr>
      </p:sp>
      <p:sp>
        <p:nvSpPr>
          <p:cNvPr id="23" name="Shape 21"/>
          <p:cNvSpPr/>
          <p:nvPr/>
        </p:nvSpPr>
        <p:spPr>
          <a:xfrm>
            <a:off x="548640" y="4251960"/>
            <a:ext cx="2926080" cy="1737360"/>
          </a:xfrm>
          <a:prstGeom prst="roundRect">
            <a:avLst>
              <a:gd name="adj" fmla="val 3684"/>
            </a:avLst>
          </a:prstGeom>
          <a:solidFill>
            <a:srgbClr val="00852B"/>
          </a:solidFill>
          <a:ln w="19050">
            <a:solidFill>
              <a:srgbClr val="00601F"/>
            </a:solidFill>
            <a:prstDash val="solid"/>
          </a:ln>
          <a:effectLst>
            <a:outerShdw sx="100000" sy="100000" kx="0" ky="0" algn="bl" rotWithShape="0" blurRad="101600" dist="38100" dir="2700000">
              <a:srgbClr val="000000">
                <a:alpha val="28000"/>
              </a:srgbClr>
            </a:outerShdw>
          </a:effectLst>
        </p:spPr>
      </p:sp>
      <p:sp>
        <p:nvSpPr>
          <p:cNvPr id="24" name="Shape 22"/>
          <p:cNvSpPr/>
          <p:nvPr/>
        </p:nvSpPr>
        <p:spPr>
          <a:xfrm>
            <a:off x="749808" y="4453128"/>
            <a:ext cx="566928" cy="566928"/>
          </a:xfrm>
          <a:prstGeom prst="ellipse">
            <a:avLst/>
          </a:prstGeom>
          <a:solidFill>
            <a:srgbClr val="FFFFFF"/>
          </a:solidFill>
          <a:ln w="19050">
            <a:solidFill>
              <a:srgbClr val="00601F"/>
            </a:solidFill>
            <a:prstDash val="solid"/>
          </a:ln>
        </p:spPr>
      </p:sp>
      <p:sp>
        <p:nvSpPr>
          <p:cNvPr id="25" name="Text 23"/>
          <p:cNvSpPr txBox="1"/>
          <p:nvPr/>
        </p:nvSpPr>
        <p:spPr>
          <a:xfrm>
            <a:off x="749808" y="4453128"/>
            <a:ext cx="566928" cy="566928"/>
          </a:xfrm>
          <a:prstGeom prst="rect">
            <a:avLst/>
          </a:prstGeom>
          <a:noFill/>
          <a:ln/>
        </p:spPr>
        <p:txBody>
          <a:bodyPr wrap="square" lIns="0" tIns="0" rIns="0" bIns="0" rtlCol="0" anchor="ctr"/>
          <a:lstStyle/>
          <a:p>
            <a:pPr algn="ctr" indent="0" marL="0">
              <a:lnSpc>
                <a:spcPct val="110000"/>
              </a:lnSpc>
              <a:buNone/>
            </a:pPr>
            <a:r>
              <a:rPr lang="en-US" sz="2000" b="1" dirty="0">
                <a:solidFill>
                  <a:srgbClr val="1B1B1B"/>
                </a:solidFill>
                <a:latin typeface="맑은 고딕" pitchFamily="34" charset="0"/>
                <a:ea typeface="맑은 고딕" pitchFamily="34" charset="-122"/>
                <a:cs typeface="맑은 고딕" pitchFamily="34" charset="-120"/>
              </a:rPr>
              <a:t>3</a:t>
            </a:r>
            <a:endParaRPr lang="en-US" sz="2000" dirty="0"/>
          </a:p>
        </p:txBody>
      </p:sp>
      <p:sp>
        <p:nvSpPr>
          <p:cNvPr id="26" name="Text 24"/>
          <p:cNvSpPr txBox="1"/>
          <p:nvPr/>
        </p:nvSpPr>
        <p:spPr>
          <a:xfrm>
            <a:off x="1444752" y="4471416"/>
            <a:ext cx="1828800" cy="530352"/>
          </a:xfrm>
          <a:prstGeom prst="rect">
            <a:avLst/>
          </a:prstGeom>
          <a:noFill/>
          <a:ln/>
        </p:spPr>
        <p:txBody>
          <a:bodyPr wrap="square" lIns="0" tIns="0" rIns="0" bIns="0" rtlCol="0" anchor="ctr"/>
          <a:lstStyle/>
          <a:p>
            <a:pPr algn="l" indent="0" marL="0">
              <a:lnSpc>
                <a:spcPct val="110000"/>
              </a:lnSpc>
              <a:buNone/>
            </a:pPr>
            <a:r>
              <a:rPr lang="en-US" sz="2400" b="1" dirty="0">
                <a:solidFill>
                  <a:srgbClr val="FFFFFF"/>
                </a:solidFill>
                <a:latin typeface="맑은 고딕" pitchFamily="34" charset="0"/>
                <a:ea typeface="맑은 고딕" pitchFamily="34" charset="-122"/>
                <a:cs typeface="맑은 고딕" pitchFamily="34" charset="-120"/>
              </a:rPr>
              <a:t>넣기</a:t>
            </a:r>
            <a:endParaRPr lang="en-US" sz="2400" dirty="0"/>
          </a:p>
        </p:txBody>
      </p:sp>
      <p:sp>
        <p:nvSpPr>
          <p:cNvPr id="27" name="Text 25"/>
          <p:cNvSpPr txBox="1"/>
          <p:nvPr/>
        </p:nvSpPr>
        <p:spPr>
          <a:xfrm>
            <a:off x="777240" y="5148072"/>
            <a:ext cx="2560320" cy="731520"/>
          </a:xfrm>
          <a:prstGeom prst="rect">
            <a:avLst/>
          </a:prstGeom>
          <a:noFill/>
          <a:ln/>
        </p:spPr>
        <p:txBody>
          <a:bodyPr wrap="square" lIns="0" tIns="0" rIns="0" bIns="0" rtlCol="0" anchor="t"/>
          <a:lstStyle/>
          <a:p>
            <a:pPr algn="l" indent="0" marL="0">
              <a:lnSpc>
                <a:spcPct val="120000"/>
              </a:lnSpc>
              <a:buNone/>
            </a:pPr>
            <a:r>
              <a:rPr lang="en-US" sz="1350" dirty="0">
                <a:solidFill>
                  <a:srgbClr val="FFFFFF"/>
                </a:solidFill>
                <a:latin typeface="맑은 고딕" pitchFamily="34" charset="0"/>
                <a:ea typeface="맑은 고딕" pitchFamily="34" charset="-122"/>
                <a:cs typeface="맑은 고딕" pitchFamily="34" charset="-120"/>
              </a:rPr>
              <a:t>폴더를 변환하기.cmd 위로</a:t>
            </a:r>
            <a:endParaRPr lang="en-US" sz="1350" dirty="0"/>
          </a:p>
          <a:p>
            <a:pPr algn="l" indent="0" marL="0">
              <a:lnSpc>
                <a:spcPct val="120000"/>
              </a:lnSpc>
              <a:buNone/>
            </a:pPr>
            <a:r>
              <a:rPr lang="en-US" sz="1350" dirty="0">
                <a:solidFill>
                  <a:srgbClr val="FFFFFF"/>
                </a:solidFill>
                <a:latin typeface="맑은 고딕" pitchFamily="34" charset="0"/>
                <a:ea typeface="맑은 고딕" pitchFamily="34" charset="-122"/>
                <a:cs typeface="맑은 고딕" pitchFamily="34" charset="-120"/>
              </a:rPr>
              <a:t>끌어다 놓고 y</a:t>
            </a:r>
            <a:endParaRPr lang="en-US" sz="1350" dirty="0"/>
          </a:p>
        </p:txBody>
      </p:sp>
      <p:sp>
        <p:nvSpPr>
          <p:cNvPr id="28" name="Shape 26"/>
          <p:cNvSpPr/>
          <p:nvPr/>
        </p:nvSpPr>
        <p:spPr>
          <a:xfrm>
            <a:off x="4035552" y="4121384"/>
            <a:ext cx="310896" cy="192756"/>
          </a:xfrm>
          <a:prstGeom prst="ellipse">
            <a:avLst/>
          </a:prstGeom>
          <a:solidFill>
            <a:srgbClr val="D01012"/>
          </a:solidFill>
          <a:ln w="15875">
            <a:solidFill>
              <a:srgbClr val="960C0D"/>
            </a:solidFill>
            <a:prstDash val="solid"/>
          </a:ln>
        </p:spPr>
      </p:sp>
      <p:sp>
        <p:nvSpPr>
          <p:cNvPr id="29" name="Shape 27"/>
          <p:cNvSpPr/>
          <p:nvPr/>
        </p:nvSpPr>
        <p:spPr>
          <a:xfrm>
            <a:off x="5010912" y="4121384"/>
            <a:ext cx="310896" cy="192756"/>
          </a:xfrm>
          <a:prstGeom prst="ellipse">
            <a:avLst/>
          </a:prstGeom>
          <a:solidFill>
            <a:srgbClr val="D01012"/>
          </a:solidFill>
          <a:ln w="15875">
            <a:solidFill>
              <a:srgbClr val="960C0D"/>
            </a:solidFill>
            <a:prstDash val="solid"/>
          </a:ln>
        </p:spPr>
      </p:sp>
      <p:sp>
        <p:nvSpPr>
          <p:cNvPr id="30" name="Shape 28"/>
          <p:cNvSpPr/>
          <p:nvPr/>
        </p:nvSpPr>
        <p:spPr>
          <a:xfrm>
            <a:off x="5986272" y="4121384"/>
            <a:ext cx="310896" cy="192756"/>
          </a:xfrm>
          <a:prstGeom prst="ellipse">
            <a:avLst/>
          </a:prstGeom>
          <a:solidFill>
            <a:srgbClr val="D01012"/>
          </a:solidFill>
          <a:ln w="15875">
            <a:solidFill>
              <a:srgbClr val="960C0D"/>
            </a:solidFill>
            <a:prstDash val="solid"/>
          </a:ln>
        </p:spPr>
      </p:sp>
      <p:sp>
        <p:nvSpPr>
          <p:cNvPr id="31" name="Shape 29"/>
          <p:cNvSpPr/>
          <p:nvPr/>
        </p:nvSpPr>
        <p:spPr>
          <a:xfrm>
            <a:off x="3703320" y="4251960"/>
            <a:ext cx="2926080" cy="1737360"/>
          </a:xfrm>
          <a:prstGeom prst="roundRect">
            <a:avLst>
              <a:gd name="adj" fmla="val 3684"/>
            </a:avLst>
          </a:prstGeom>
          <a:solidFill>
            <a:srgbClr val="D01012"/>
          </a:solidFill>
          <a:ln w="19050">
            <a:solidFill>
              <a:srgbClr val="960C0D"/>
            </a:solidFill>
            <a:prstDash val="solid"/>
          </a:ln>
          <a:effectLst>
            <a:outerShdw sx="100000" sy="100000" kx="0" ky="0" algn="bl" rotWithShape="0" blurRad="101600" dist="38100" dir="2700000">
              <a:srgbClr val="000000">
                <a:alpha val="28000"/>
              </a:srgbClr>
            </a:outerShdw>
          </a:effectLst>
        </p:spPr>
      </p:sp>
      <p:sp>
        <p:nvSpPr>
          <p:cNvPr id="32" name="Shape 30"/>
          <p:cNvSpPr/>
          <p:nvPr/>
        </p:nvSpPr>
        <p:spPr>
          <a:xfrm>
            <a:off x="3904488" y="4453128"/>
            <a:ext cx="566928" cy="566928"/>
          </a:xfrm>
          <a:prstGeom prst="ellipse">
            <a:avLst/>
          </a:prstGeom>
          <a:solidFill>
            <a:srgbClr val="FFFFFF"/>
          </a:solidFill>
          <a:ln w="19050">
            <a:solidFill>
              <a:srgbClr val="960C0D"/>
            </a:solidFill>
            <a:prstDash val="solid"/>
          </a:ln>
        </p:spPr>
      </p:sp>
      <p:sp>
        <p:nvSpPr>
          <p:cNvPr id="33" name="Text 31"/>
          <p:cNvSpPr txBox="1"/>
          <p:nvPr/>
        </p:nvSpPr>
        <p:spPr>
          <a:xfrm>
            <a:off x="3904488" y="4453128"/>
            <a:ext cx="566928" cy="566928"/>
          </a:xfrm>
          <a:prstGeom prst="rect">
            <a:avLst/>
          </a:prstGeom>
          <a:noFill/>
          <a:ln/>
        </p:spPr>
        <p:txBody>
          <a:bodyPr wrap="square" lIns="0" tIns="0" rIns="0" bIns="0" rtlCol="0" anchor="ctr"/>
          <a:lstStyle/>
          <a:p>
            <a:pPr algn="ctr" indent="0" marL="0">
              <a:lnSpc>
                <a:spcPct val="110000"/>
              </a:lnSpc>
              <a:buNone/>
            </a:pPr>
            <a:r>
              <a:rPr lang="en-US" sz="2000" b="1" dirty="0">
                <a:solidFill>
                  <a:srgbClr val="1B1B1B"/>
                </a:solidFill>
                <a:latin typeface="맑은 고딕" pitchFamily="34" charset="0"/>
                <a:ea typeface="맑은 고딕" pitchFamily="34" charset="-122"/>
                <a:cs typeface="맑은 고딕" pitchFamily="34" charset="-120"/>
              </a:rPr>
              <a:t>4</a:t>
            </a:r>
            <a:endParaRPr lang="en-US" sz="2000" dirty="0"/>
          </a:p>
        </p:txBody>
      </p:sp>
      <p:sp>
        <p:nvSpPr>
          <p:cNvPr id="34" name="Text 32"/>
          <p:cNvSpPr txBox="1"/>
          <p:nvPr/>
        </p:nvSpPr>
        <p:spPr>
          <a:xfrm>
            <a:off x="4599432" y="4471416"/>
            <a:ext cx="1828800" cy="530352"/>
          </a:xfrm>
          <a:prstGeom prst="rect">
            <a:avLst/>
          </a:prstGeom>
          <a:noFill/>
          <a:ln/>
        </p:spPr>
        <p:txBody>
          <a:bodyPr wrap="square" lIns="0" tIns="0" rIns="0" bIns="0" rtlCol="0" anchor="ctr"/>
          <a:lstStyle/>
          <a:p>
            <a:pPr algn="l" indent="0" marL="0">
              <a:lnSpc>
                <a:spcPct val="110000"/>
              </a:lnSpc>
              <a:buNone/>
            </a:pPr>
            <a:r>
              <a:rPr lang="en-US" sz="2400" b="1" dirty="0">
                <a:solidFill>
                  <a:srgbClr val="FFFFFF"/>
                </a:solidFill>
                <a:latin typeface="맑은 고딕" pitchFamily="34" charset="0"/>
                <a:ea typeface="맑은 고딕" pitchFamily="34" charset="-122"/>
                <a:cs typeface="맑은 고딕" pitchFamily="34" charset="-120"/>
              </a:rPr>
              <a:t>읽기</a:t>
            </a:r>
            <a:endParaRPr lang="en-US" sz="2400" dirty="0"/>
          </a:p>
        </p:txBody>
      </p:sp>
      <p:sp>
        <p:nvSpPr>
          <p:cNvPr id="35" name="Text 33"/>
          <p:cNvSpPr txBox="1"/>
          <p:nvPr/>
        </p:nvSpPr>
        <p:spPr>
          <a:xfrm>
            <a:off x="3931920" y="5148072"/>
            <a:ext cx="2560320" cy="731520"/>
          </a:xfrm>
          <a:prstGeom prst="rect">
            <a:avLst/>
          </a:prstGeom>
          <a:noFill/>
          <a:ln/>
        </p:spPr>
        <p:txBody>
          <a:bodyPr wrap="square" lIns="0" tIns="0" rIns="0" bIns="0" rtlCol="0" anchor="t"/>
          <a:lstStyle/>
          <a:p>
            <a:pPr algn="l" indent="0" marL="0">
              <a:lnSpc>
                <a:spcPct val="120000"/>
              </a:lnSpc>
              <a:buNone/>
            </a:pPr>
            <a:r>
              <a:rPr lang="en-US" sz="1350" dirty="0">
                <a:solidFill>
                  <a:srgbClr val="FFFFFF"/>
                </a:solidFill>
                <a:latin typeface="맑은 고딕" pitchFamily="34" charset="0"/>
                <a:ea typeface="맑은 고딕" pitchFamily="34" charset="-122"/>
                <a:cs typeface="맑은 고딕" pitchFamily="34" charset="-120"/>
              </a:rPr>
              <a:t>_변환결과 의 INDEX.md 에서</a:t>
            </a:r>
            <a:endParaRPr lang="en-US" sz="1350" dirty="0"/>
          </a:p>
          <a:p>
            <a:pPr algn="l" indent="0" marL="0">
              <a:lnSpc>
                <a:spcPct val="120000"/>
              </a:lnSpc>
              <a:buNone/>
            </a:pPr>
            <a:r>
              <a:rPr lang="en-US" sz="1350" dirty="0">
                <a:solidFill>
                  <a:srgbClr val="FFFFFF"/>
                </a:solidFill>
                <a:latin typeface="맑은 고딕" pitchFamily="34" charset="0"/>
                <a:ea typeface="맑은 고딕" pitchFamily="34" charset="-122"/>
                <a:cs typeface="맑은 고딕" pitchFamily="34" charset="-120"/>
              </a:rPr>
              <a:t>목차와 문서 확인</a:t>
            </a:r>
            <a:endParaRPr lang="en-US" sz="1350" dirty="0"/>
          </a:p>
        </p:txBody>
      </p:sp>
      <p:sp>
        <p:nvSpPr>
          <p:cNvPr id="36" name="Shape 34"/>
          <p:cNvSpPr/>
          <p:nvPr/>
        </p:nvSpPr>
        <p:spPr>
          <a:xfrm>
            <a:off x="7059168" y="1920240"/>
            <a:ext cx="4617720" cy="2606040"/>
          </a:xfrm>
          <a:prstGeom prst="roundRect">
            <a:avLst>
              <a:gd name="adj" fmla="val 2105"/>
            </a:avLst>
          </a:prstGeom>
          <a:solidFill>
            <a:srgbClr val="1B1B1B"/>
          </a:solidFill>
          <a:ln w="12700">
            <a:solidFill>
              <a:srgbClr val="1B1B1B"/>
            </a:solidFill>
            <a:prstDash val="solid"/>
          </a:ln>
          <a:effectLst>
            <a:outerShdw sx="100000" sy="100000" kx="0" ky="0" algn="bl" rotWithShape="0" blurRad="101600" dist="38100" dir="2700000">
              <a:srgbClr val="000000">
                <a:alpha val="28000"/>
              </a:srgbClr>
            </a:outerShdw>
          </a:effectLst>
        </p:spPr>
      </p:sp>
      <p:pic>
        <p:nvPicPr>
          <p:cNvPr id="37" name="Image 0" descr="C:\Users\11130\AppData\Local\Temp\claude\G---------06-----02-1------------------\b45cd224-f100-4a9b-b6db-1510db178426\scratchpad\deck\07_wizard_done.png">    </p:cNvPr>
          <p:cNvPicPr>
            <a:picLocks noChangeAspect="1"/>
          </p:cNvPicPr>
          <p:nvPr/>
        </p:nvPicPr>
        <p:blipFill>
          <a:blip r:embed="rId1"/>
          <a:stretch>
            <a:fillRect/>
          </a:stretch>
        </p:blipFill>
        <p:spPr>
          <a:xfrm>
            <a:off x="7150608" y="2011680"/>
            <a:ext cx="4434840" cy="2313432"/>
          </a:xfrm>
          <a:prstGeom prst="rect">
            <a:avLst/>
          </a:prstGeom>
        </p:spPr>
      </p:pic>
      <p:sp>
        <p:nvSpPr>
          <p:cNvPr id="38" name="Text 35"/>
          <p:cNvSpPr txBox="1"/>
          <p:nvPr/>
        </p:nvSpPr>
        <p:spPr>
          <a:xfrm>
            <a:off x="7059168" y="4617720"/>
            <a:ext cx="4617720" cy="502920"/>
          </a:xfrm>
          <a:prstGeom prst="rect">
            <a:avLst/>
          </a:prstGeom>
          <a:noFill/>
          <a:ln/>
        </p:spPr>
        <p:txBody>
          <a:bodyPr wrap="square" lIns="0" tIns="0" rIns="0" bIns="0" rtlCol="0" anchor="t"/>
          <a:lstStyle/>
          <a:p>
            <a:pPr algn="l" indent="0" marL="0">
              <a:lnSpc>
                <a:spcPct val="120000"/>
              </a:lnSpc>
              <a:buNone/>
            </a:pPr>
            <a:r>
              <a:rPr lang="en-US" sz="1150" dirty="0">
                <a:solidFill>
                  <a:srgbClr val="5E6166"/>
                </a:solidFill>
                <a:latin typeface="맑은 고딕" pitchFamily="34" charset="0"/>
                <a:ea typeface="맑은 고딕" pitchFamily="34" charset="-122"/>
                <a:cs typeface="맑은 고딕" pitchFamily="34" charset="-120"/>
              </a:rPr>
              <a:t>실제 화면 · 예시 자료 17개 중 16개 변환</a:t>
            </a:r>
            <a:endParaRPr lang="en-US" sz="1150" dirty="0"/>
          </a:p>
          <a:p>
            <a:pPr algn="l" indent="0" marL="0">
              <a:lnSpc>
                <a:spcPct val="120000"/>
              </a:lnSpc>
              <a:buNone/>
            </a:pPr>
            <a:r>
              <a:rPr lang="en-US" sz="1150" dirty="0">
                <a:solidFill>
                  <a:srgbClr val="5E6166"/>
                </a:solidFill>
                <a:latin typeface="맑은 고딕" pitchFamily="34" charset="0"/>
                <a:ea typeface="맑은 고딕" pitchFamily="34" charset="-122"/>
                <a:cs typeface="맑은 고딕" pitchFamily="34" charset="-120"/>
              </a:rPr>
              <a:t>글자 없는 스캔 PDF 1개는 이유와 함께 _오류.md 로</a:t>
            </a:r>
            <a:endParaRPr lang="en-US" sz="1150" dirty="0"/>
          </a:p>
        </p:txBody>
      </p:sp>
      <p:sp>
        <p:nvSpPr>
          <p:cNvPr id="39" name="Shape 36"/>
          <p:cNvSpPr/>
          <p:nvPr/>
        </p:nvSpPr>
        <p:spPr>
          <a:xfrm>
            <a:off x="7059168" y="5230368"/>
            <a:ext cx="4617720" cy="1005840"/>
          </a:xfrm>
          <a:prstGeom prst="roundRect">
            <a:avLst>
              <a:gd name="adj" fmla="val 5455"/>
            </a:avLst>
          </a:prstGeom>
          <a:solidFill>
            <a:srgbClr val="FFFFFF"/>
          </a:solidFill>
          <a:ln w="19050">
            <a:solidFill>
              <a:srgbClr val="1B1B1B"/>
            </a:solidFill>
            <a:prstDash val="solid"/>
          </a:ln>
        </p:spPr>
      </p:sp>
      <p:sp>
        <p:nvSpPr>
          <p:cNvPr id="40" name="Text 37"/>
          <p:cNvSpPr txBox="1"/>
          <p:nvPr/>
        </p:nvSpPr>
        <p:spPr>
          <a:xfrm>
            <a:off x="7269480" y="5321808"/>
            <a:ext cx="4297680" cy="868680"/>
          </a:xfrm>
          <a:prstGeom prst="rect">
            <a:avLst/>
          </a:prstGeom>
          <a:noFill/>
          <a:ln/>
        </p:spPr>
        <p:txBody>
          <a:bodyPr wrap="square" lIns="0" tIns="0" rIns="0" bIns="0" rtlCol="0" anchor="t"/>
          <a:lstStyle/>
          <a:p>
            <a:pPr algn="l" indent="0" marL="0">
              <a:lnSpc>
                <a:spcPct val="115000"/>
              </a:lnSpc>
              <a:buNone/>
            </a:pPr>
            <a:r>
              <a:rPr lang="en-US" sz="1300" b="1" dirty="0">
                <a:solidFill>
                  <a:srgbClr val="0055BF"/>
                </a:solidFill>
                <a:latin typeface="맑은 고딕" pitchFamily="34" charset="0"/>
                <a:ea typeface="맑은 고딕" pitchFamily="34" charset="-122"/>
                <a:cs typeface="맑은 고딕" pitchFamily="34" charset="-120"/>
              </a:rPr>
              <a:t>명령창이 편하다면</a:t>
            </a:r>
            <a:endParaRPr lang="en-US" sz="1300" dirty="0"/>
          </a:p>
          <a:p>
            <a:pPr algn="l" indent="0" marL="0">
              <a:lnSpc>
                <a:spcPct val="115000"/>
              </a:lnSpc>
              <a:buNone/>
            </a:pPr>
            <a:r>
              <a:rPr lang="en-US" sz="1300" dirty="0">
                <a:solidFill>
                  <a:srgbClr val="1B1B1B"/>
                </a:solidFill>
                <a:latin typeface="맑은 고딕" pitchFamily="34" charset="0"/>
                <a:ea typeface="맑은 고딕" pitchFamily="34" charset="-122"/>
                <a:cs typeface="맑은 고딕" pitchFamily="34" charset="-120"/>
              </a:rPr>
              <a:t>python pkos.py "D:\자료" --훑기</a:t>
            </a:r>
            <a:endParaRPr lang="en-US" sz="1300" dirty="0"/>
          </a:p>
          <a:p>
            <a:pPr algn="l" indent="0" marL="0">
              <a:lnSpc>
                <a:spcPct val="115000"/>
              </a:lnSpc>
              <a:buNone/>
            </a:pPr>
            <a:r>
              <a:rPr lang="en-US" sz="1300" dirty="0">
                <a:solidFill>
                  <a:srgbClr val="1B1B1B"/>
                </a:solidFill>
                <a:latin typeface="맑은 고딕" pitchFamily="34" charset="0"/>
                <a:ea typeface="맑은 고딕" pitchFamily="34" charset="-122"/>
                <a:cs typeface="맑은 고딕" pitchFamily="34" charset="-120"/>
              </a:rPr>
              <a:t>python pkos.py "D:\자료"</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731520"/>
          </a:xfrm>
          <a:prstGeom prst="rect">
            <a:avLst/>
          </a:prstGeom>
          <a:noFill/>
          <a:ln/>
        </p:spPr>
        <p:txBody>
          <a:bodyPr wrap="square" lIns="0" tIns="0" rIns="0" bIns="0" rtlCol="0" anchor="ctr"/>
          <a:lstStyle/>
          <a:p>
            <a:pPr algn="l" indent="0" marL="0">
              <a:lnSpc>
                <a:spcPct val="110000"/>
              </a:lnSpc>
              <a:buNone/>
            </a:pPr>
            <a:r>
              <a:rPr lang="en-US" sz="3800" b="1" dirty="0">
                <a:solidFill>
                  <a:srgbClr val="1B1B1B"/>
                </a:solidFill>
                <a:latin typeface="맑은 고딕" pitchFamily="34" charset="0"/>
                <a:ea typeface="맑은 고딕" pitchFamily="34" charset="-122"/>
                <a:cs typeface="맑은 고딕" pitchFamily="34" charset="-120"/>
              </a:rPr>
              <a:t>모두 받아 쓰세요</a:t>
            </a:r>
            <a:endParaRPr lang="en-US" sz="3800" dirty="0"/>
          </a:p>
        </p:txBody>
      </p:sp>
      <p:sp>
        <p:nvSpPr>
          <p:cNvPr id="3" name="Text 1"/>
          <p:cNvSpPr txBox="1"/>
          <p:nvPr/>
        </p:nvSpPr>
        <p:spPr>
          <a:xfrm>
            <a:off x="566928" y="1170432"/>
            <a:ext cx="10972800" cy="411480"/>
          </a:xfrm>
          <a:prstGeom prst="rect">
            <a:avLst/>
          </a:prstGeom>
          <a:noFill/>
          <a:ln/>
        </p:spPr>
        <p:txBody>
          <a:bodyPr wrap="square" lIns="0" tIns="0" rIns="0" bIns="0" rtlCol="0" anchor="ctr"/>
          <a:lstStyle/>
          <a:p>
            <a:pPr algn="l" indent="0" marL="0">
              <a:lnSpc>
                <a:spcPct val="110000"/>
              </a:lnSpc>
              <a:buNone/>
            </a:pPr>
            <a:r>
              <a:rPr lang="en-US" sz="1600" dirty="0">
                <a:solidFill>
                  <a:srgbClr val="5E6166"/>
                </a:solidFill>
                <a:latin typeface="맑은 고딕" pitchFamily="34" charset="0"/>
                <a:ea typeface="맑은 고딕" pitchFamily="34" charset="-122"/>
                <a:cs typeface="맑은 고딕" pitchFamily="34" charset="-120"/>
              </a:rPr>
              <a:t>교재 · 코드 · 실습 자료 · 이 발표자료까지 한곳에 공개했습니다 (MIT 라이선스)</a:t>
            </a:r>
            <a:endParaRPr lang="en-US" sz="1600" dirty="0"/>
          </a:p>
        </p:txBody>
      </p:sp>
      <p:sp>
        <p:nvSpPr>
          <p:cNvPr id="4" name="Shape 2"/>
          <p:cNvSpPr/>
          <p:nvPr/>
        </p:nvSpPr>
        <p:spPr>
          <a:xfrm>
            <a:off x="910590" y="2033626"/>
            <a:ext cx="274320" cy="170078"/>
          </a:xfrm>
          <a:prstGeom prst="ellipse">
            <a:avLst/>
          </a:prstGeom>
          <a:solidFill>
            <a:srgbClr val="FFCD03"/>
          </a:solidFill>
          <a:ln w="15875">
            <a:solidFill>
              <a:srgbClr val="B89402"/>
            </a:solidFill>
            <a:prstDash val="solid"/>
          </a:ln>
        </p:spPr>
      </p:sp>
      <p:sp>
        <p:nvSpPr>
          <p:cNvPr id="5" name="Shape 3"/>
          <p:cNvSpPr/>
          <p:nvPr/>
        </p:nvSpPr>
        <p:spPr>
          <a:xfrm>
            <a:off x="1908810" y="2033626"/>
            <a:ext cx="274320" cy="170078"/>
          </a:xfrm>
          <a:prstGeom prst="ellipse">
            <a:avLst/>
          </a:prstGeom>
          <a:solidFill>
            <a:srgbClr val="FFCD03"/>
          </a:solidFill>
          <a:ln w="15875">
            <a:solidFill>
              <a:srgbClr val="B89402"/>
            </a:solidFill>
            <a:prstDash val="solid"/>
          </a:ln>
        </p:spPr>
      </p:sp>
      <p:sp>
        <p:nvSpPr>
          <p:cNvPr id="6" name="Shape 4"/>
          <p:cNvSpPr/>
          <p:nvPr/>
        </p:nvSpPr>
        <p:spPr>
          <a:xfrm>
            <a:off x="2907030" y="2033626"/>
            <a:ext cx="274320" cy="170078"/>
          </a:xfrm>
          <a:prstGeom prst="ellipse">
            <a:avLst/>
          </a:prstGeom>
          <a:solidFill>
            <a:srgbClr val="FFCD03"/>
          </a:solidFill>
          <a:ln w="15875">
            <a:solidFill>
              <a:srgbClr val="B89402"/>
            </a:solidFill>
            <a:prstDash val="solid"/>
          </a:ln>
        </p:spPr>
      </p:sp>
      <p:sp>
        <p:nvSpPr>
          <p:cNvPr id="7" name="Shape 5"/>
          <p:cNvSpPr/>
          <p:nvPr/>
        </p:nvSpPr>
        <p:spPr>
          <a:xfrm>
            <a:off x="3905250" y="2033626"/>
            <a:ext cx="274320" cy="170078"/>
          </a:xfrm>
          <a:prstGeom prst="ellipse">
            <a:avLst/>
          </a:prstGeom>
          <a:solidFill>
            <a:srgbClr val="FFCD03"/>
          </a:solidFill>
          <a:ln w="15875">
            <a:solidFill>
              <a:srgbClr val="B89402"/>
            </a:solidFill>
            <a:prstDash val="solid"/>
          </a:ln>
        </p:spPr>
      </p:sp>
      <p:sp>
        <p:nvSpPr>
          <p:cNvPr id="8" name="Shape 6"/>
          <p:cNvSpPr/>
          <p:nvPr/>
        </p:nvSpPr>
        <p:spPr>
          <a:xfrm>
            <a:off x="4903470" y="2033626"/>
            <a:ext cx="274320" cy="170078"/>
          </a:xfrm>
          <a:prstGeom prst="ellipse">
            <a:avLst/>
          </a:prstGeom>
          <a:solidFill>
            <a:srgbClr val="FFCD03"/>
          </a:solidFill>
          <a:ln w="15875">
            <a:solidFill>
              <a:srgbClr val="B89402"/>
            </a:solidFill>
            <a:prstDash val="solid"/>
          </a:ln>
        </p:spPr>
      </p:sp>
      <p:sp>
        <p:nvSpPr>
          <p:cNvPr id="9" name="Shape 7"/>
          <p:cNvSpPr/>
          <p:nvPr/>
        </p:nvSpPr>
        <p:spPr>
          <a:xfrm>
            <a:off x="5901690" y="2033626"/>
            <a:ext cx="274320" cy="170078"/>
          </a:xfrm>
          <a:prstGeom prst="ellipse">
            <a:avLst/>
          </a:prstGeom>
          <a:solidFill>
            <a:srgbClr val="FFCD03"/>
          </a:solidFill>
          <a:ln w="15875">
            <a:solidFill>
              <a:srgbClr val="B89402"/>
            </a:solidFill>
            <a:prstDash val="solid"/>
          </a:ln>
        </p:spPr>
      </p:sp>
      <p:sp>
        <p:nvSpPr>
          <p:cNvPr id="10" name="Shape 8"/>
          <p:cNvSpPr/>
          <p:nvPr/>
        </p:nvSpPr>
        <p:spPr>
          <a:xfrm>
            <a:off x="548640" y="2148840"/>
            <a:ext cx="5989320" cy="1097280"/>
          </a:xfrm>
          <a:prstGeom prst="roundRect">
            <a:avLst>
              <a:gd name="adj" fmla="val 5833"/>
            </a:avLst>
          </a:prstGeom>
          <a:solidFill>
            <a:srgbClr val="FFCD03"/>
          </a:solidFill>
          <a:ln w="19050">
            <a:solidFill>
              <a:srgbClr val="B89402"/>
            </a:solidFill>
            <a:prstDash val="solid"/>
          </a:ln>
          <a:effectLst>
            <a:outerShdw sx="100000" sy="100000" kx="0" ky="0" algn="bl" rotWithShape="0" blurRad="101600" dist="38100" dir="2700000">
              <a:srgbClr val="000000">
                <a:alpha val="28000"/>
              </a:srgbClr>
            </a:outerShdw>
          </a:effectLst>
        </p:spPr>
      </p:sp>
      <p:sp>
        <p:nvSpPr>
          <p:cNvPr id="11" name="Text 9"/>
          <p:cNvSpPr txBox="1"/>
          <p:nvPr/>
        </p:nvSpPr>
        <p:spPr>
          <a:xfrm>
            <a:off x="777240" y="2258568"/>
            <a:ext cx="2377440" cy="411480"/>
          </a:xfrm>
          <a:prstGeom prst="rect">
            <a:avLst/>
          </a:prstGeom>
          <a:noFill/>
          <a:ln/>
        </p:spPr>
        <p:txBody>
          <a:bodyPr wrap="square" lIns="0" tIns="0" rIns="0" bIns="0" rtlCol="0" anchor="ctr"/>
          <a:lstStyle/>
          <a:p>
            <a:pPr algn="l" indent="0" marL="0">
              <a:lnSpc>
                <a:spcPct val="110000"/>
              </a:lnSpc>
              <a:buNone/>
            </a:pPr>
            <a:r>
              <a:rPr lang="en-US" sz="1900" b="1" dirty="0">
                <a:solidFill>
                  <a:srgbClr val="1B1B1B"/>
                </a:solidFill>
                <a:latin typeface="맑은 고딕" pitchFamily="34" charset="0"/>
                <a:ea typeface="맑은 고딕" pitchFamily="34" charset="-122"/>
                <a:cs typeface="맑은 고딕" pitchFamily="34" charset="-120"/>
              </a:rPr>
              <a:t>실습 교재</a:t>
            </a:r>
            <a:endParaRPr lang="en-US" sz="1900" dirty="0"/>
          </a:p>
        </p:txBody>
      </p:sp>
      <p:sp>
        <p:nvSpPr>
          <p:cNvPr id="12" name="Text 10"/>
          <p:cNvSpPr txBox="1"/>
          <p:nvPr/>
        </p:nvSpPr>
        <p:spPr>
          <a:xfrm>
            <a:off x="3063240" y="2258568"/>
            <a:ext cx="3337560" cy="411480"/>
          </a:xfrm>
          <a:prstGeom prst="rect">
            <a:avLst/>
          </a:prstGeom>
          <a:noFill/>
          <a:ln/>
        </p:spPr>
        <p:txBody>
          <a:bodyPr wrap="square" lIns="0" tIns="0" rIns="0" bIns="0" rtlCol="0" anchor="ctr"/>
          <a:lstStyle/>
          <a:p>
            <a:pPr algn="l" indent="0" marL="0">
              <a:lnSpc>
                <a:spcPct val="110000"/>
              </a:lnSpc>
              <a:buNone/>
            </a:pPr>
            <a:r>
              <a:rPr lang="en-US" sz="1400" b="1" dirty="0">
                <a:solidFill>
                  <a:srgbClr val="1B1B1B"/>
                </a:solidFill>
                <a:latin typeface="맑은 고딕" pitchFamily="34" charset="0"/>
                <a:ea typeface="맑은 고딕" pitchFamily="34" charset="-122"/>
                <a:cs typeface="맑은 고딕" pitchFamily="34" charset="-120"/>
              </a:rPr>
              <a:t>legoschool.github.io/pkos-textbook</a:t>
            </a:r>
            <a:endParaRPr lang="en-US" sz="1400" dirty="0"/>
          </a:p>
        </p:txBody>
      </p:sp>
      <p:sp>
        <p:nvSpPr>
          <p:cNvPr id="13" name="Text 11"/>
          <p:cNvSpPr txBox="1"/>
          <p:nvPr/>
        </p:nvSpPr>
        <p:spPr>
          <a:xfrm>
            <a:off x="777240" y="2715768"/>
            <a:ext cx="5577840" cy="384048"/>
          </a:xfrm>
          <a:prstGeom prst="rect">
            <a:avLst/>
          </a:prstGeom>
          <a:noFill/>
          <a:ln/>
        </p:spPr>
        <p:txBody>
          <a:bodyPr wrap="square" lIns="0" tIns="0" rIns="0" bIns="0" rtlCol="0" anchor="t"/>
          <a:lstStyle/>
          <a:p>
            <a:pPr algn="l" indent="0" marL="0">
              <a:lnSpc>
                <a:spcPct val="110000"/>
              </a:lnSpc>
              <a:buNone/>
            </a:pPr>
            <a:r>
              <a:rPr lang="en-US" sz="1350" dirty="0">
                <a:solidFill>
                  <a:srgbClr val="1B1B1B"/>
                </a:solidFill>
                <a:latin typeface="맑은 고딕" pitchFamily="34" charset="0"/>
                <a:ea typeface="맑은 고딕" pitchFamily="34" charset="-122"/>
                <a:cs typeface="맑은 고딕" pitchFamily="34" charset="-120"/>
              </a:rPr>
              <a:t>설치부터 코드로 쓰기까지 15블록 · 실제 실행 화면 11장</a:t>
            </a:r>
            <a:endParaRPr lang="en-US" sz="1350" dirty="0"/>
          </a:p>
        </p:txBody>
      </p:sp>
      <p:sp>
        <p:nvSpPr>
          <p:cNvPr id="14" name="Shape 12"/>
          <p:cNvSpPr/>
          <p:nvPr/>
        </p:nvSpPr>
        <p:spPr>
          <a:xfrm>
            <a:off x="910590" y="3450946"/>
            <a:ext cx="274320" cy="170078"/>
          </a:xfrm>
          <a:prstGeom prst="ellipse">
            <a:avLst/>
          </a:prstGeom>
          <a:solidFill>
            <a:srgbClr val="0055BF"/>
          </a:solidFill>
          <a:ln w="15875">
            <a:solidFill>
              <a:srgbClr val="003D8A"/>
            </a:solidFill>
            <a:prstDash val="solid"/>
          </a:ln>
        </p:spPr>
      </p:sp>
      <p:sp>
        <p:nvSpPr>
          <p:cNvPr id="15" name="Shape 13"/>
          <p:cNvSpPr/>
          <p:nvPr/>
        </p:nvSpPr>
        <p:spPr>
          <a:xfrm>
            <a:off x="1908810" y="3450946"/>
            <a:ext cx="274320" cy="170078"/>
          </a:xfrm>
          <a:prstGeom prst="ellipse">
            <a:avLst/>
          </a:prstGeom>
          <a:solidFill>
            <a:srgbClr val="0055BF"/>
          </a:solidFill>
          <a:ln w="15875">
            <a:solidFill>
              <a:srgbClr val="003D8A"/>
            </a:solidFill>
            <a:prstDash val="solid"/>
          </a:ln>
        </p:spPr>
      </p:sp>
      <p:sp>
        <p:nvSpPr>
          <p:cNvPr id="16" name="Shape 14"/>
          <p:cNvSpPr/>
          <p:nvPr/>
        </p:nvSpPr>
        <p:spPr>
          <a:xfrm>
            <a:off x="2907030" y="3450946"/>
            <a:ext cx="274320" cy="170078"/>
          </a:xfrm>
          <a:prstGeom prst="ellipse">
            <a:avLst/>
          </a:prstGeom>
          <a:solidFill>
            <a:srgbClr val="0055BF"/>
          </a:solidFill>
          <a:ln w="15875">
            <a:solidFill>
              <a:srgbClr val="003D8A"/>
            </a:solidFill>
            <a:prstDash val="solid"/>
          </a:ln>
        </p:spPr>
      </p:sp>
      <p:sp>
        <p:nvSpPr>
          <p:cNvPr id="17" name="Shape 15"/>
          <p:cNvSpPr/>
          <p:nvPr/>
        </p:nvSpPr>
        <p:spPr>
          <a:xfrm>
            <a:off x="3905250" y="3450946"/>
            <a:ext cx="274320" cy="170078"/>
          </a:xfrm>
          <a:prstGeom prst="ellipse">
            <a:avLst/>
          </a:prstGeom>
          <a:solidFill>
            <a:srgbClr val="0055BF"/>
          </a:solidFill>
          <a:ln w="15875">
            <a:solidFill>
              <a:srgbClr val="003D8A"/>
            </a:solidFill>
            <a:prstDash val="solid"/>
          </a:ln>
        </p:spPr>
      </p:sp>
      <p:sp>
        <p:nvSpPr>
          <p:cNvPr id="18" name="Shape 16"/>
          <p:cNvSpPr/>
          <p:nvPr/>
        </p:nvSpPr>
        <p:spPr>
          <a:xfrm>
            <a:off x="4903470" y="3450946"/>
            <a:ext cx="274320" cy="170078"/>
          </a:xfrm>
          <a:prstGeom prst="ellipse">
            <a:avLst/>
          </a:prstGeom>
          <a:solidFill>
            <a:srgbClr val="0055BF"/>
          </a:solidFill>
          <a:ln w="15875">
            <a:solidFill>
              <a:srgbClr val="003D8A"/>
            </a:solidFill>
            <a:prstDash val="solid"/>
          </a:ln>
        </p:spPr>
      </p:sp>
      <p:sp>
        <p:nvSpPr>
          <p:cNvPr id="19" name="Shape 17"/>
          <p:cNvSpPr/>
          <p:nvPr/>
        </p:nvSpPr>
        <p:spPr>
          <a:xfrm>
            <a:off x="5901690" y="3450946"/>
            <a:ext cx="274320" cy="170078"/>
          </a:xfrm>
          <a:prstGeom prst="ellipse">
            <a:avLst/>
          </a:prstGeom>
          <a:solidFill>
            <a:srgbClr val="0055BF"/>
          </a:solidFill>
          <a:ln w="15875">
            <a:solidFill>
              <a:srgbClr val="003D8A"/>
            </a:solidFill>
            <a:prstDash val="solid"/>
          </a:ln>
        </p:spPr>
      </p:sp>
      <p:sp>
        <p:nvSpPr>
          <p:cNvPr id="20" name="Shape 18"/>
          <p:cNvSpPr/>
          <p:nvPr/>
        </p:nvSpPr>
        <p:spPr>
          <a:xfrm>
            <a:off x="548640" y="3566160"/>
            <a:ext cx="5989320" cy="1097280"/>
          </a:xfrm>
          <a:prstGeom prst="roundRect">
            <a:avLst>
              <a:gd name="adj" fmla="val 5833"/>
            </a:avLst>
          </a:prstGeom>
          <a:solidFill>
            <a:srgbClr val="0055BF"/>
          </a:solidFill>
          <a:ln w="19050">
            <a:solidFill>
              <a:srgbClr val="003D8A"/>
            </a:solidFill>
            <a:prstDash val="solid"/>
          </a:ln>
          <a:effectLst>
            <a:outerShdw sx="100000" sy="100000" kx="0" ky="0" algn="bl" rotWithShape="0" blurRad="101600" dist="38100" dir="2700000">
              <a:srgbClr val="000000">
                <a:alpha val="28000"/>
              </a:srgbClr>
            </a:outerShdw>
          </a:effectLst>
        </p:spPr>
      </p:sp>
      <p:sp>
        <p:nvSpPr>
          <p:cNvPr id="21" name="Text 19"/>
          <p:cNvSpPr txBox="1"/>
          <p:nvPr/>
        </p:nvSpPr>
        <p:spPr>
          <a:xfrm>
            <a:off x="777240" y="3675888"/>
            <a:ext cx="2377440" cy="411480"/>
          </a:xfrm>
          <a:prstGeom prst="rect">
            <a:avLst/>
          </a:prstGeom>
          <a:noFill/>
          <a:ln/>
        </p:spPr>
        <p:txBody>
          <a:bodyPr wrap="square" lIns="0" tIns="0" rIns="0" bIns="0" rtlCol="0" anchor="ctr"/>
          <a:lstStyle/>
          <a:p>
            <a:pPr algn="l" indent="0" marL="0">
              <a:lnSpc>
                <a:spcPct val="110000"/>
              </a:lnSpc>
              <a:buNone/>
            </a:pPr>
            <a:r>
              <a:rPr lang="en-US" sz="1900" b="1" dirty="0">
                <a:solidFill>
                  <a:srgbClr val="FFFFFF"/>
                </a:solidFill>
                <a:latin typeface="맑은 고딕" pitchFamily="34" charset="0"/>
                <a:ea typeface="맑은 고딕" pitchFamily="34" charset="-122"/>
                <a:cs typeface="맑은 고딕" pitchFamily="34" charset="-120"/>
              </a:rPr>
              <a:t>코드 · 저장소</a:t>
            </a:r>
            <a:endParaRPr lang="en-US" sz="1900" dirty="0"/>
          </a:p>
        </p:txBody>
      </p:sp>
      <p:sp>
        <p:nvSpPr>
          <p:cNvPr id="22" name="Text 20"/>
          <p:cNvSpPr txBox="1"/>
          <p:nvPr/>
        </p:nvSpPr>
        <p:spPr>
          <a:xfrm>
            <a:off x="3063240" y="3675888"/>
            <a:ext cx="3337560" cy="411480"/>
          </a:xfrm>
          <a:prstGeom prst="rect">
            <a:avLst/>
          </a:prstGeom>
          <a:noFill/>
          <a:ln/>
        </p:spPr>
        <p:txBody>
          <a:bodyPr wrap="square" lIns="0" tIns="0" rIns="0" bIns="0" rtlCol="0" anchor="ctr"/>
          <a:lstStyle/>
          <a:p>
            <a:pPr algn="l" indent="0" marL="0">
              <a:lnSpc>
                <a:spcPct val="110000"/>
              </a:lnSpc>
              <a:buNone/>
            </a:pPr>
            <a:r>
              <a:rPr lang="en-US" sz="1400" b="1" dirty="0">
                <a:solidFill>
                  <a:srgbClr val="FFFFFF"/>
                </a:solidFill>
                <a:latin typeface="맑은 고딕" pitchFamily="34" charset="0"/>
                <a:ea typeface="맑은 고딕" pitchFamily="34" charset="-122"/>
                <a:cs typeface="맑은 고딕" pitchFamily="34" charset="-120"/>
              </a:rPr>
              <a:t>github.com/legoschool/pkos-textbook</a:t>
            </a:r>
            <a:endParaRPr lang="en-US" sz="1400" dirty="0"/>
          </a:p>
        </p:txBody>
      </p:sp>
      <p:sp>
        <p:nvSpPr>
          <p:cNvPr id="23" name="Text 21"/>
          <p:cNvSpPr txBox="1"/>
          <p:nvPr/>
        </p:nvSpPr>
        <p:spPr>
          <a:xfrm>
            <a:off x="777240" y="4133088"/>
            <a:ext cx="5577840" cy="384048"/>
          </a:xfrm>
          <a:prstGeom prst="rect">
            <a:avLst/>
          </a:prstGeom>
          <a:noFill/>
          <a:ln/>
        </p:spPr>
        <p:txBody>
          <a:bodyPr wrap="square" lIns="0" tIns="0" rIns="0" bIns="0" rtlCol="0" anchor="t"/>
          <a:lstStyle/>
          <a:p>
            <a:pPr algn="l" indent="0" marL="0">
              <a:lnSpc>
                <a:spcPct val="110000"/>
              </a:lnSpc>
              <a:buNone/>
            </a:pPr>
            <a:r>
              <a:rPr lang="en-US" sz="1350" dirty="0">
                <a:solidFill>
                  <a:srgbClr val="FFFFFF"/>
                </a:solidFill>
                <a:latin typeface="맑은 고딕" pitchFamily="34" charset="0"/>
                <a:ea typeface="맑은 고딕" pitchFamily="34" charset="-122"/>
                <a:cs typeface="맑은 고딕" pitchFamily="34" charset="-120"/>
              </a:rPr>
              <a:t>코드 zip · 실습 자료 zip · 소개 PPT · 코드 바로 보기</a:t>
            </a:r>
            <a:endParaRPr lang="en-US" sz="1350" dirty="0"/>
          </a:p>
        </p:txBody>
      </p:sp>
      <p:sp>
        <p:nvSpPr>
          <p:cNvPr id="24" name="Shape 22"/>
          <p:cNvSpPr/>
          <p:nvPr/>
        </p:nvSpPr>
        <p:spPr>
          <a:xfrm>
            <a:off x="910590" y="4868266"/>
            <a:ext cx="274320" cy="170078"/>
          </a:xfrm>
          <a:prstGeom prst="ellipse">
            <a:avLst/>
          </a:prstGeom>
          <a:solidFill>
            <a:srgbClr val="00852B"/>
          </a:solidFill>
          <a:ln w="15875">
            <a:solidFill>
              <a:srgbClr val="00601F"/>
            </a:solidFill>
            <a:prstDash val="solid"/>
          </a:ln>
        </p:spPr>
      </p:sp>
      <p:sp>
        <p:nvSpPr>
          <p:cNvPr id="25" name="Shape 23"/>
          <p:cNvSpPr/>
          <p:nvPr/>
        </p:nvSpPr>
        <p:spPr>
          <a:xfrm>
            <a:off x="1908810" y="4868266"/>
            <a:ext cx="274320" cy="170078"/>
          </a:xfrm>
          <a:prstGeom prst="ellipse">
            <a:avLst/>
          </a:prstGeom>
          <a:solidFill>
            <a:srgbClr val="00852B"/>
          </a:solidFill>
          <a:ln w="15875">
            <a:solidFill>
              <a:srgbClr val="00601F"/>
            </a:solidFill>
            <a:prstDash val="solid"/>
          </a:ln>
        </p:spPr>
      </p:sp>
      <p:sp>
        <p:nvSpPr>
          <p:cNvPr id="26" name="Shape 24"/>
          <p:cNvSpPr/>
          <p:nvPr/>
        </p:nvSpPr>
        <p:spPr>
          <a:xfrm>
            <a:off x="2907030" y="4868266"/>
            <a:ext cx="274320" cy="170078"/>
          </a:xfrm>
          <a:prstGeom prst="ellipse">
            <a:avLst/>
          </a:prstGeom>
          <a:solidFill>
            <a:srgbClr val="00852B"/>
          </a:solidFill>
          <a:ln w="15875">
            <a:solidFill>
              <a:srgbClr val="00601F"/>
            </a:solidFill>
            <a:prstDash val="solid"/>
          </a:ln>
        </p:spPr>
      </p:sp>
      <p:sp>
        <p:nvSpPr>
          <p:cNvPr id="27" name="Shape 25"/>
          <p:cNvSpPr/>
          <p:nvPr/>
        </p:nvSpPr>
        <p:spPr>
          <a:xfrm>
            <a:off x="3905250" y="4868266"/>
            <a:ext cx="274320" cy="170078"/>
          </a:xfrm>
          <a:prstGeom prst="ellipse">
            <a:avLst/>
          </a:prstGeom>
          <a:solidFill>
            <a:srgbClr val="00852B"/>
          </a:solidFill>
          <a:ln w="15875">
            <a:solidFill>
              <a:srgbClr val="00601F"/>
            </a:solidFill>
            <a:prstDash val="solid"/>
          </a:ln>
        </p:spPr>
      </p:sp>
      <p:sp>
        <p:nvSpPr>
          <p:cNvPr id="28" name="Shape 26"/>
          <p:cNvSpPr/>
          <p:nvPr/>
        </p:nvSpPr>
        <p:spPr>
          <a:xfrm>
            <a:off x="4903470" y="4868266"/>
            <a:ext cx="274320" cy="170078"/>
          </a:xfrm>
          <a:prstGeom prst="ellipse">
            <a:avLst/>
          </a:prstGeom>
          <a:solidFill>
            <a:srgbClr val="00852B"/>
          </a:solidFill>
          <a:ln w="15875">
            <a:solidFill>
              <a:srgbClr val="00601F"/>
            </a:solidFill>
            <a:prstDash val="solid"/>
          </a:ln>
        </p:spPr>
      </p:sp>
      <p:sp>
        <p:nvSpPr>
          <p:cNvPr id="29" name="Shape 27"/>
          <p:cNvSpPr/>
          <p:nvPr/>
        </p:nvSpPr>
        <p:spPr>
          <a:xfrm>
            <a:off x="5901690" y="4868266"/>
            <a:ext cx="274320" cy="170078"/>
          </a:xfrm>
          <a:prstGeom prst="ellipse">
            <a:avLst/>
          </a:prstGeom>
          <a:solidFill>
            <a:srgbClr val="00852B"/>
          </a:solidFill>
          <a:ln w="15875">
            <a:solidFill>
              <a:srgbClr val="00601F"/>
            </a:solidFill>
            <a:prstDash val="solid"/>
          </a:ln>
        </p:spPr>
      </p:sp>
      <p:sp>
        <p:nvSpPr>
          <p:cNvPr id="30" name="Shape 28"/>
          <p:cNvSpPr/>
          <p:nvPr/>
        </p:nvSpPr>
        <p:spPr>
          <a:xfrm>
            <a:off x="548640" y="4983480"/>
            <a:ext cx="5989320" cy="1097280"/>
          </a:xfrm>
          <a:prstGeom prst="roundRect">
            <a:avLst>
              <a:gd name="adj" fmla="val 5833"/>
            </a:avLst>
          </a:prstGeom>
          <a:solidFill>
            <a:srgbClr val="00852B"/>
          </a:solidFill>
          <a:ln w="19050">
            <a:solidFill>
              <a:srgbClr val="00601F"/>
            </a:solidFill>
            <a:prstDash val="solid"/>
          </a:ln>
          <a:effectLst>
            <a:outerShdw sx="100000" sy="100000" kx="0" ky="0" algn="bl" rotWithShape="0" blurRad="101600" dist="38100" dir="2700000">
              <a:srgbClr val="000000">
                <a:alpha val="28000"/>
              </a:srgbClr>
            </a:outerShdw>
          </a:effectLst>
        </p:spPr>
      </p:sp>
      <p:sp>
        <p:nvSpPr>
          <p:cNvPr id="31" name="Text 29"/>
          <p:cNvSpPr txBox="1"/>
          <p:nvPr/>
        </p:nvSpPr>
        <p:spPr>
          <a:xfrm>
            <a:off x="777240" y="5093208"/>
            <a:ext cx="2377440" cy="411480"/>
          </a:xfrm>
          <a:prstGeom prst="rect">
            <a:avLst/>
          </a:prstGeom>
          <a:noFill/>
          <a:ln/>
        </p:spPr>
        <p:txBody>
          <a:bodyPr wrap="square" lIns="0" tIns="0" rIns="0" bIns="0" rtlCol="0" anchor="ctr"/>
          <a:lstStyle/>
          <a:p>
            <a:pPr algn="l" indent="0" marL="0">
              <a:lnSpc>
                <a:spcPct val="110000"/>
              </a:lnSpc>
              <a:buNone/>
            </a:pPr>
            <a:r>
              <a:rPr lang="en-US" sz="1900" b="1" dirty="0">
                <a:solidFill>
                  <a:srgbClr val="FFFFFF"/>
                </a:solidFill>
                <a:latin typeface="맑은 고딕" pitchFamily="34" charset="0"/>
                <a:ea typeface="맑은 고딕" pitchFamily="34" charset="-122"/>
                <a:cs typeface="맑은 고딕" pitchFamily="34" charset="-120"/>
              </a:rPr>
              <a:t>구글 사이트</a:t>
            </a:r>
            <a:endParaRPr lang="en-US" sz="1900" dirty="0"/>
          </a:p>
        </p:txBody>
      </p:sp>
      <p:sp>
        <p:nvSpPr>
          <p:cNvPr id="32" name="Text 30"/>
          <p:cNvSpPr txBox="1"/>
          <p:nvPr/>
        </p:nvSpPr>
        <p:spPr>
          <a:xfrm>
            <a:off x="3063240" y="5093208"/>
            <a:ext cx="3337560" cy="411480"/>
          </a:xfrm>
          <a:prstGeom prst="rect">
            <a:avLst/>
          </a:prstGeom>
          <a:noFill/>
          <a:ln/>
        </p:spPr>
        <p:txBody>
          <a:bodyPr wrap="square" lIns="0" tIns="0" rIns="0" bIns="0" rtlCol="0" anchor="ctr"/>
          <a:lstStyle/>
          <a:p>
            <a:pPr algn="l" indent="0" marL="0">
              <a:lnSpc>
                <a:spcPct val="110000"/>
              </a:lnSpc>
              <a:buNone/>
            </a:pPr>
            <a:r>
              <a:rPr lang="en-US" sz="1400" b="1" dirty="0">
                <a:solidFill>
                  <a:srgbClr val="FFFFFF"/>
                </a:solidFill>
                <a:latin typeface="맑은 고딕" pitchFamily="34" charset="0"/>
                <a:ea typeface="맑은 고딕" pitchFamily="34" charset="-122"/>
                <a:cs typeface="맑은 고딕" pitchFamily="34" charset="-120"/>
              </a:rPr>
              <a:t>삽입 → URL → 교재 주소 붙여넣기</a:t>
            </a:r>
            <a:endParaRPr lang="en-US" sz="1400" dirty="0"/>
          </a:p>
        </p:txBody>
      </p:sp>
      <p:sp>
        <p:nvSpPr>
          <p:cNvPr id="33" name="Text 31"/>
          <p:cNvSpPr txBox="1"/>
          <p:nvPr/>
        </p:nvSpPr>
        <p:spPr>
          <a:xfrm>
            <a:off x="777240" y="5550408"/>
            <a:ext cx="5577840" cy="384048"/>
          </a:xfrm>
          <a:prstGeom prst="rect">
            <a:avLst/>
          </a:prstGeom>
          <a:noFill/>
          <a:ln/>
        </p:spPr>
        <p:txBody>
          <a:bodyPr wrap="square" lIns="0" tIns="0" rIns="0" bIns="0" rtlCol="0" anchor="t"/>
          <a:lstStyle/>
          <a:p>
            <a:pPr algn="l" indent="0" marL="0">
              <a:lnSpc>
                <a:spcPct val="110000"/>
              </a:lnSpc>
              <a:buNone/>
            </a:pPr>
            <a:r>
              <a:rPr lang="en-US" sz="1350" dirty="0">
                <a:solidFill>
                  <a:srgbClr val="FFFFFF"/>
                </a:solidFill>
                <a:latin typeface="맑은 고딕" pitchFamily="34" charset="0"/>
                <a:ea typeface="맑은 고딕" pitchFamily="34" charset="-122"/>
                <a:cs typeface="맑은 고딕" pitchFamily="34" charset="-120"/>
              </a:rPr>
              <a:t>학교·학급 사이트 안에 교재를 그대로 띄울 수 있습니다</a:t>
            </a:r>
            <a:endParaRPr lang="en-US" sz="1350" dirty="0"/>
          </a:p>
        </p:txBody>
      </p:sp>
      <p:sp>
        <p:nvSpPr>
          <p:cNvPr id="34" name="Shape 32"/>
          <p:cNvSpPr/>
          <p:nvPr/>
        </p:nvSpPr>
        <p:spPr>
          <a:xfrm>
            <a:off x="7324344" y="2033626"/>
            <a:ext cx="274320" cy="170078"/>
          </a:xfrm>
          <a:prstGeom prst="ellipse">
            <a:avLst/>
          </a:prstGeom>
          <a:solidFill>
            <a:srgbClr val="FFFFFF"/>
          </a:solidFill>
          <a:ln w="15875">
            <a:solidFill>
              <a:srgbClr val="1B1B1B"/>
            </a:solidFill>
            <a:prstDash val="solid"/>
          </a:ln>
        </p:spPr>
      </p:sp>
      <p:sp>
        <p:nvSpPr>
          <p:cNvPr id="35" name="Shape 33"/>
          <p:cNvSpPr/>
          <p:nvPr/>
        </p:nvSpPr>
        <p:spPr>
          <a:xfrm>
            <a:off x="8257032" y="2033626"/>
            <a:ext cx="274320" cy="170078"/>
          </a:xfrm>
          <a:prstGeom prst="ellipse">
            <a:avLst/>
          </a:prstGeom>
          <a:solidFill>
            <a:srgbClr val="FFFFFF"/>
          </a:solidFill>
          <a:ln w="15875">
            <a:solidFill>
              <a:srgbClr val="1B1B1B"/>
            </a:solidFill>
            <a:prstDash val="solid"/>
          </a:ln>
        </p:spPr>
      </p:sp>
      <p:sp>
        <p:nvSpPr>
          <p:cNvPr id="36" name="Shape 34"/>
          <p:cNvSpPr/>
          <p:nvPr/>
        </p:nvSpPr>
        <p:spPr>
          <a:xfrm>
            <a:off x="9189720" y="2033626"/>
            <a:ext cx="274320" cy="170078"/>
          </a:xfrm>
          <a:prstGeom prst="ellipse">
            <a:avLst/>
          </a:prstGeom>
          <a:solidFill>
            <a:srgbClr val="FFFFFF"/>
          </a:solidFill>
          <a:ln w="15875">
            <a:solidFill>
              <a:srgbClr val="1B1B1B"/>
            </a:solidFill>
            <a:prstDash val="solid"/>
          </a:ln>
        </p:spPr>
      </p:sp>
      <p:sp>
        <p:nvSpPr>
          <p:cNvPr id="37" name="Shape 35"/>
          <p:cNvSpPr/>
          <p:nvPr/>
        </p:nvSpPr>
        <p:spPr>
          <a:xfrm>
            <a:off x="10122408" y="2033626"/>
            <a:ext cx="274320" cy="170078"/>
          </a:xfrm>
          <a:prstGeom prst="ellipse">
            <a:avLst/>
          </a:prstGeom>
          <a:solidFill>
            <a:srgbClr val="FFFFFF"/>
          </a:solidFill>
          <a:ln w="15875">
            <a:solidFill>
              <a:srgbClr val="1B1B1B"/>
            </a:solidFill>
            <a:prstDash val="solid"/>
          </a:ln>
        </p:spPr>
      </p:sp>
      <p:sp>
        <p:nvSpPr>
          <p:cNvPr id="38" name="Shape 36"/>
          <p:cNvSpPr/>
          <p:nvPr/>
        </p:nvSpPr>
        <p:spPr>
          <a:xfrm>
            <a:off x="11055096" y="2033626"/>
            <a:ext cx="274320" cy="170078"/>
          </a:xfrm>
          <a:prstGeom prst="ellipse">
            <a:avLst/>
          </a:prstGeom>
          <a:solidFill>
            <a:srgbClr val="FFFFFF"/>
          </a:solidFill>
          <a:ln w="15875">
            <a:solidFill>
              <a:srgbClr val="1B1B1B"/>
            </a:solidFill>
            <a:prstDash val="solid"/>
          </a:ln>
        </p:spPr>
      </p:sp>
      <p:sp>
        <p:nvSpPr>
          <p:cNvPr id="39" name="Shape 37"/>
          <p:cNvSpPr/>
          <p:nvPr/>
        </p:nvSpPr>
        <p:spPr>
          <a:xfrm>
            <a:off x="6995160" y="2148840"/>
            <a:ext cx="4663440" cy="2487168"/>
          </a:xfrm>
          <a:prstGeom prst="roundRect">
            <a:avLst>
              <a:gd name="adj" fmla="val 2574"/>
            </a:avLst>
          </a:prstGeom>
          <a:solidFill>
            <a:srgbClr val="FFFFFF"/>
          </a:solidFill>
          <a:ln w="19050">
            <a:solidFill>
              <a:srgbClr val="1B1B1B"/>
            </a:solidFill>
            <a:prstDash val="solid"/>
          </a:ln>
          <a:effectLst>
            <a:outerShdw sx="100000" sy="100000" kx="0" ky="0" algn="bl" rotWithShape="0" blurRad="101600" dist="38100" dir="2700000">
              <a:srgbClr val="000000">
                <a:alpha val="28000"/>
              </a:srgbClr>
            </a:outerShdw>
          </a:effectLst>
        </p:spPr>
      </p:sp>
      <p:pic>
        <p:nvPicPr>
          <p:cNvPr id="40" name="Image 0" descr="C:\Users\11130\AppData\Local\Temp\claude\G---------06-----02-1------------------\b45cd224-f100-4a9b-b6db-1510db178426\scratchpad\deck\qr_textbook.png">    </p:cNvPr>
          <p:cNvPicPr>
            <a:picLocks noChangeAspect="1"/>
          </p:cNvPicPr>
          <p:nvPr/>
        </p:nvPicPr>
        <p:blipFill>
          <a:blip r:embed="rId1"/>
          <a:stretch>
            <a:fillRect/>
          </a:stretch>
        </p:blipFill>
        <p:spPr>
          <a:xfrm>
            <a:off x="7269480" y="2331720"/>
            <a:ext cx="2103120" cy="2103120"/>
          </a:xfrm>
          <a:prstGeom prst="rect">
            <a:avLst/>
          </a:prstGeom>
        </p:spPr>
      </p:pic>
      <p:sp>
        <p:nvSpPr>
          <p:cNvPr id="41" name="Text 38"/>
          <p:cNvSpPr txBox="1"/>
          <p:nvPr/>
        </p:nvSpPr>
        <p:spPr>
          <a:xfrm>
            <a:off x="9601200" y="2514600"/>
            <a:ext cx="1920240" cy="868680"/>
          </a:xfrm>
          <a:prstGeom prst="rect">
            <a:avLst/>
          </a:prstGeom>
          <a:noFill/>
          <a:ln/>
        </p:spPr>
        <p:txBody>
          <a:bodyPr wrap="square" lIns="0" tIns="0" rIns="0" bIns="0" rtlCol="0" anchor="t"/>
          <a:lstStyle/>
          <a:p>
            <a:pPr algn="l" indent="0" marL="0">
              <a:lnSpc>
                <a:spcPct val="115000"/>
              </a:lnSpc>
              <a:buNone/>
            </a:pPr>
            <a:r>
              <a:rPr lang="en-US" sz="1800" b="1" dirty="0">
                <a:solidFill>
                  <a:srgbClr val="1B1B1B"/>
                </a:solidFill>
                <a:latin typeface="맑은 고딕" pitchFamily="34" charset="0"/>
                <a:ea typeface="맑은 고딕" pitchFamily="34" charset="-122"/>
                <a:cs typeface="맑은 고딕" pitchFamily="34" charset="-120"/>
              </a:rPr>
              <a:t>휴대폰으로</a:t>
            </a:r>
            <a:endParaRPr lang="en-US" sz="1800" dirty="0"/>
          </a:p>
          <a:p>
            <a:pPr algn="l" indent="0" marL="0">
              <a:lnSpc>
                <a:spcPct val="115000"/>
              </a:lnSpc>
              <a:buNone/>
            </a:pPr>
            <a:r>
              <a:rPr lang="en-US" sz="1800" b="1" dirty="0">
                <a:solidFill>
                  <a:srgbClr val="1B1B1B"/>
                </a:solidFill>
                <a:latin typeface="맑은 고딕" pitchFamily="34" charset="0"/>
                <a:ea typeface="맑은 고딕" pitchFamily="34" charset="-122"/>
                <a:cs typeface="맑은 고딕" pitchFamily="34" charset="-120"/>
              </a:rPr>
              <a:t>교재 바로 열기</a:t>
            </a:r>
            <a:endParaRPr lang="en-US" sz="1800" dirty="0"/>
          </a:p>
        </p:txBody>
      </p:sp>
      <p:sp>
        <p:nvSpPr>
          <p:cNvPr id="42" name="Text 39"/>
          <p:cNvSpPr txBox="1"/>
          <p:nvPr/>
        </p:nvSpPr>
        <p:spPr>
          <a:xfrm>
            <a:off x="9601200" y="3401568"/>
            <a:ext cx="1920240" cy="1097280"/>
          </a:xfrm>
          <a:prstGeom prst="rect">
            <a:avLst/>
          </a:prstGeom>
          <a:noFill/>
          <a:ln/>
        </p:spPr>
        <p:txBody>
          <a:bodyPr wrap="square" lIns="0" tIns="0" rIns="0" bIns="0" rtlCol="0" anchor="t"/>
          <a:lstStyle/>
          <a:p>
            <a:pPr algn="l" indent="0" marL="0">
              <a:lnSpc>
                <a:spcPct val="120000"/>
              </a:lnSpc>
              <a:buNone/>
            </a:pPr>
            <a:r>
              <a:rPr lang="en-US" sz="1150" dirty="0">
                <a:solidFill>
                  <a:srgbClr val="5E6166"/>
                </a:solidFill>
                <a:latin typeface="맑은 고딕" pitchFamily="34" charset="0"/>
                <a:ea typeface="맑은 고딕" pitchFamily="34" charset="-122"/>
                <a:cs typeface="맑은 고딕" pitchFamily="34" charset="-120"/>
              </a:rPr>
              <a:t>카메라로 비추면</a:t>
            </a:r>
            <a:endParaRPr lang="en-US" sz="1150" dirty="0"/>
          </a:p>
          <a:p>
            <a:pPr algn="l" indent="0" marL="0">
              <a:lnSpc>
                <a:spcPct val="120000"/>
              </a:lnSpc>
              <a:buNone/>
            </a:pPr>
            <a:r>
              <a:rPr lang="en-US" sz="1150" dirty="0">
                <a:solidFill>
                  <a:srgbClr val="5E6166"/>
                </a:solidFill>
                <a:latin typeface="맑은 고딕" pitchFamily="34" charset="0"/>
                <a:ea typeface="맑은 고딕" pitchFamily="34" charset="-122"/>
                <a:cs typeface="맑은 고딕" pitchFamily="34" charset="-120"/>
              </a:rPr>
              <a:t>바로 열립니다.</a:t>
            </a:r>
            <a:endParaRPr lang="en-US" sz="1150" dirty="0"/>
          </a:p>
          <a:p>
            <a:pPr algn="l" indent="0" marL="0">
              <a:lnSpc>
                <a:spcPct val="120000"/>
              </a:lnSpc>
              <a:buNone/>
            </a:pPr>
            <a:r>
              <a:rPr lang="en-US" sz="1150" dirty="0">
                <a:solidFill>
                  <a:srgbClr val="5E6166"/>
                </a:solidFill>
                <a:latin typeface="맑은 고딕" pitchFamily="34" charset="0"/>
                <a:ea typeface="맑은 고딕" pitchFamily="34" charset="-122"/>
                <a:cs typeface="맑은 고딕" pitchFamily="34" charset="-120"/>
              </a:rPr>
              <a:t>체크·메모는 각자</a:t>
            </a:r>
            <a:endParaRPr lang="en-US" sz="1150" dirty="0"/>
          </a:p>
          <a:p>
            <a:pPr algn="l" indent="0" marL="0">
              <a:lnSpc>
                <a:spcPct val="120000"/>
              </a:lnSpc>
              <a:buNone/>
            </a:pPr>
            <a:r>
              <a:rPr lang="en-US" sz="1150" dirty="0">
                <a:solidFill>
                  <a:srgbClr val="5E6166"/>
                </a:solidFill>
                <a:latin typeface="맑은 고딕" pitchFamily="34" charset="0"/>
                <a:ea typeface="맑은 고딕" pitchFamily="34" charset="-122"/>
                <a:cs typeface="맑은 고딕" pitchFamily="34" charset="-120"/>
              </a:rPr>
              <a:t>브라우저에 저장</a:t>
            </a:r>
            <a:endParaRPr lang="en-US" sz="1150" dirty="0"/>
          </a:p>
        </p:txBody>
      </p:sp>
      <p:sp>
        <p:nvSpPr>
          <p:cNvPr id="43" name="Shape 40"/>
          <p:cNvSpPr/>
          <p:nvPr/>
        </p:nvSpPr>
        <p:spPr>
          <a:xfrm>
            <a:off x="7232904" y="4967387"/>
            <a:ext cx="256032" cy="158740"/>
          </a:xfrm>
          <a:prstGeom prst="ellipse">
            <a:avLst/>
          </a:prstGeom>
          <a:solidFill>
            <a:srgbClr val="00852B"/>
          </a:solidFill>
          <a:ln w="15875">
            <a:solidFill>
              <a:srgbClr val="00601F"/>
            </a:solidFill>
            <a:prstDash val="solid"/>
          </a:ln>
        </p:spPr>
      </p:sp>
      <p:sp>
        <p:nvSpPr>
          <p:cNvPr id="44" name="Shape 41"/>
          <p:cNvSpPr/>
          <p:nvPr/>
        </p:nvSpPr>
        <p:spPr>
          <a:xfrm>
            <a:off x="7964424" y="4967387"/>
            <a:ext cx="256032" cy="158740"/>
          </a:xfrm>
          <a:prstGeom prst="ellipse">
            <a:avLst/>
          </a:prstGeom>
          <a:solidFill>
            <a:srgbClr val="00852B"/>
          </a:solidFill>
          <a:ln w="15875">
            <a:solidFill>
              <a:srgbClr val="00601F"/>
            </a:solidFill>
            <a:prstDash val="solid"/>
          </a:ln>
        </p:spPr>
      </p:sp>
      <p:sp>
        <p:nvSpPr>
          <p:cNvPr id="45" name="Shape 42"/>
          <p:cNvSpPr/>
          <p:nvPr/>
        </p:nvSpPr>
        <p:spPr>
          <a:xfrm>
            <a:off x="6995160" y="5074920"/>
            <a:ext cx="1463040" cy="1188720"/>
          </a:xfrm>
          <a:prstGeom prst="roundRect">
            <a:avLst>
              <a:gd name="adj" fmla="val 5385"/>
            </a:avLst>
          </a:prstGeom>
          <a:solidFill>
            <a:srgbClr val="00852B"/>
          </a:solidFill>
          <a:ln w="19050">
            <a:solidFill>
              <a:srgbClr val="00601F"/>
            </a:solidFill>
            <a:prstDash val="solid"/>
          </a:ln>
          <a:effectLst>
            <a:outerShdw sx="100000" sy="100000" kx="0" ky="0" algn="bl" rotWithShape="0" blurRad="101600" dist="38100" dir="2700000">
              <a:srgbClr val="000000">
                <a:alpha val="28000"/>
              </a:srgbClr>
            </a:outerShdw>
          </a:effectLst>
        </p:spPr>
      </p:sp>
      <p:sp>
        <p:nvSpPr>
          <p:cNvPr id="46" name="Text 43"/>
          <p:cNvSpPr txBox="1"/>
          <p:nvPr/>
        </p:nvSpPr>
        <p:spPr>
          <a:xfrm>
            <a:off x="6995160" y="5120640"/>
            <a:ext cx="1463040" cy="530352"/>
          </a:xfrm>
          <a:prstGeom prst="rect">
            <a:avLst/>
          </a:prstGeom>
          <a:noFill/>
          <a:ln/>
        </p:spPr>
        <p:txBody>
          <a:bodyPr wrap="square" lIns="0" tIns="0" rIns="0" bIns="0" rtlCol="0" anchor="ctr"/>
          <a:lstStyle/>
          <a:p>
            <a:pPr algn="ctr" indent="0" marL="0">
              <a:lnSpc>
                <a:spcPct val="110000"/>
              </a:lnSpc>
              <a:buNone/>
            </a:pPr>
            <a:r>
              <a:rPr lang="en-US" sz="2400" b="1" dirty="0">
                <a:solidFill>
                  <a:srgbClr val="FFFFFF"/>
                </a:solidFill>
                <a:latin typeface="맑은 고딕" pitchFamily="34" charset="0"/>
                <a:ea typeface="맑은 고딕" pitchFamily="34" charset="-122"/>
                <a:cs typeface="맑은 고딕" pitchFamily="34" charset="-120"/>
              </a:rPr>
              <a:t>126</a:t>
            </a:r>
            <a:endParaRPr lang="en-US" sz="2400" dirty="0"/>
          </a:p>
        </p:txBody>
      </p:sp>
      <p:sp>
        <p:nvSpPr>
          <p:cNvPr id="47" name="Text 44"/>
          <p:cNvSpPr txBox="1"/>
          <p:nvPr/>
        </p:nvSpPr>
        <p:spPr>
          <a:xfrm>
            <a:off x="6995160" y="5650992"/>
            <a:ext cx="1463040" cy="566928"/>
          </a:xfrm>
          <a:prstGeom prst="rect">
            <a:avLst/>
          </a:prstGeom>
          <a:noFill/>
          <a:ln/>
        </p:spPr>
        <p:txBody>
          <a:bodyPr wrap="square" lIns="0" tIns="0" rIns="0" bIns="0" rtlCol="0" anchor="t"/>
          <a:lstStyle/>
          <a:p>
            <a:pPr algn="ctr" indent="0" marL="0">
              <a:lnSpc>
                <a:spcPct val="110000"/>
              </a:lnSpc>
              <a:buNone/>
            </a:pPr>
            <a:r>
              <a:rPr lang="en-US" sz="1050" dirty="0">
                <a:solidFill>
                  <a:srgbClr val="FFFFFF"/>
                </a:solidFill>
                <a:latin typeface="맑은 고딕" pitchFamily="34" charset="0"/>
                <a:ea typeface="맑은 고딕" pitchFamily="34" charset="-122"/>
                <a:cs typeface="맑은 고딕" pitchFamily="34" charset="-120"/>
              </a:rPr>
              <a:t>자가진단 항목</a:t>
            </a:r>
            <a:endParaRPr lang="en-US" sz="1050" dirty="0"/>
          </a:p>
          <a:p>
            <a:pPr algn="ctr" indent="0" marL="0">
              <a:lnSpc>
                <a:spcPct val="110000"/>
              </a:lnSpc>
              <a:buNone/>
            </a:pPr>
            <a:r>
              <a:rPr lang="en-US" sz="1050" dirty="0">
                <a:solidFill>
                  <a:srgbClr val="FFFFFF"/>
                </a:solidFill>
                <a:latin typeface="맑은 고딕" pitchFamily="34" charset="0"/>
                <a:ea typeface="맑은 고딕" pitchFamily="34" charset="-122"/>
                <a:cs typeface="맑은 고딕" pitchFamily="34" charset="-120"/>
              </a:rPr>
              <a:t>모두 통과</a:t>
            </a:r>
            <a:endParaRPr lang="en-US" sz="1050" dirty="0"/>
          </a:p>
        </p:txBody>
      </p:sp>
      <p:sp>
        <p:nvSpPr>
          <p:cNvPr id="48" name="Shape 45"/>
          <p:cNvSpPr/>
          <p:nvPr/>
        </p:nvSpPr>
        <p:spPr>
          <a:xfrm>
            <a:off x="8833104" y="4967387"/>
            <a:ext cx="256032" cy="158740"/>
          </a:xfrm>
          <a:prstGeom prst="ellipse">
            <a:avLst/>
          </a:prstGeom>
          <a:solidFill>
            <a:srgbClr val="0055BF"/>
          </a:solidFill>
          <a:ln w="15875">
            <a:solidFill>
              <a:srgbClr val="003D8A"/>
            </a:solidFill>
            <a:prstDash val="solid"/>
          </a:ln>
        </p:spPr>
      </p:sp>
      <p:sp>
        <p:nvSpPr>
          <p:cNvPr id="49" name="Shape 46"/>
          <p:cNvSpPr/>
          <p:nvPr/>
        </p:nvSpPr>
        <p:spPr>
          <a:xfrm>
            <a:off x="9564624" y="4967387"/>
            <a:ext cx="256032" cy="158740"/>
          </a:xfrm>
          <a:prstGeom prst="ellipse">
            <a:avLst/>
          </a:prstGeom>
          <a:solidFill>
            <a:srgbClr val="0055BF"/>
          </a:solidFill>
          <a:ln w="15875">
            <a:solidFill>
              <a:srgbClr val="003D8A"/>
            </a:solidFill>
            <a:prstDash val="solid"/>
          </a:ln>
        </p:spPr>
      </p:sp>
      <p:sp>
        <p:nvSpPr>
          <p:cNvPr id="50" name="Shape 47"/>
          <p:cNvSpPr/>
          <p:nvPr/>
        </p:nvSpPr>
        <p:spPr>
          <a:xfrm>
            <a:off x="8595360" y="5074920"/>
            <a:ext cx="1463040" cy="1188720"/>
          </a:xfrm>
          <a:prstGeom prst="roundRect">
            <a:avLst>
              <a:gd name="adj" fmla="val 5385"/>
            </a:avLst>
          </a:prstGeom>
          <a:solidFill>
            <a:srgbClr val="0055BF"/>
          </a:solidFill>
          <a:ln w="19050">
            <a:solidFill>
              <a:srgbClr val="003D8A"/>
            </a:solidFill>
            <a:prstDash val="solid"/>
          </a:ln>
          <a:effectLst>
            <a:outerShdw sx="100000" sy="100000" kx="0" ky="0" algn="bl" rotWithShape="0" blurRad="101600" dist="38100" dir="2700000">
              <a:srgbClr val="000000">
                <a:alpha val="28000"/>
              </a:srgbClr>
            </a:outerShdw>
          </a:effectLst>
        </p:spPr>
      </p:sp>
      <p:sp>
        <p:nvSpPr>
          <p:cNvPr id="51" name="Text 48"/>
          <p:cNvSpPr txBox="1"/>
          <p:nvPr/>
        </p:nvSpPr>
        <p:spPr>
          <a:xfrm>
            <a:off x="8595360" y="5120640"/>
            <a:ext cx="1463040" cy="530352"/>
          </a:xfrm>
          <a:prstGeom prst="rect">
            <a:avLst/>
          </a:prstGeom>
          <a:noFill/>
          <a:ln/>
        </p:spPr>
        <p:txBody>
          <a:bodyPr wrap="square" lIns="0" tIns="0" rIns="0" bIns="0" rtlCol="0" anchor="ctr"/>
          <a:lstStyle/>
          <a:p>
            <a:pPr algn="ctr" indent="0" marL="0">
              <a:lnSpc>
                <a:spcPct val="110000"/>
              </a:lnSpc>
              <a:buNone/>
            </a:pPr>
            <a:r>
              <a:rPr lang="en-US" sz="2400" b="1" dirty="0">
                <a:solidFill>
                  <a:srgbClr val="FFFFFF"/>
                </a:solidFill>
                <a:latin typeface="맑은 고딕" pitchFamily="34" charset="0"/>
                <a:ea typeface="맑은 고딕" pitchFamily="34" charset="-122"/>
                <a:cs typeface="맑은 고딕" pitchFamily="34" charset="-120"/>
              </a:rPr>
              <a:t>215</a:t>
            </a:r>
            <a:endParaRPr lang="en-US" sz="2400" dirty="0"/>
          </a:p>
        </p:txBody>
      </p:sp>
      <p:sp>
        <p:nvSpPr>
          <p:cNvPr id="52" name="Text 49"/>
          <p:cNvSpPr txBox="1"/>
          <p:nvPr/>
        </p:nvSpPr>
        <p:spPr>
          <a:xfrm>
            <a:off x="8595360" y="5650992"/>
            <a:ext cx="1463040" cy="566928"/>
          </a:xfrm>
          <a:prstGeom prst="rect">
            <a:avLst/>
          </a:prstGeom>
          <a:noFill/>
          <a:ln/>
        </p:spPr>
        <p:txBody>
          <a:bodyPr wrap="square" lIns="0" tIns="0" rIns="0" bIns="0" rtlCol="0" anchor="t"/>
          <a:lstStyle/>
          <a:p>
            <a:pPr algn="ctr" indent="0" marL="0">
              <a:lnSpc>
                <a:spcPct val="110000"/>
              </a:lnSpc>
              <a:buNone/>
            </a:pPr>
            <a:r>
              <a:rPr lang="en-US" sz="1050" dirty="0">
                <a:solidFill>
                  <a:srgbClr val="FFFFFF"/>
                </a:solidFill>
                <a:latin typeface="맑은 고딕" pitchFamily="34" charset="0"/>
                <a:ea typeface="맑은 고딕" pitchFamily="34" charset="-122"/>
                <a:cs typeface="맑은 고딕" pitchFamily="34" charset="-120"/>
              </a:rPr>
              <a:t>실제 자료 변환</a:t>
            </a:r>
            <a:endParaRPr lang="en-US" sz="1050" dirty="0"/>
          </a:p>
          <a:p>
            <a:pPr algn="ctr" indent="0" marL="0">
              <a:lnSpc>
                <a:spcPct val="110000"/>
              </a:lnSpc>
              <a:buNone/>
            </a:pPr>
            <a:r>
              <a:rPr lang="en-US" sz="1050" dirty="0">
                <a:solidFill>
                  <a:srgbClr val="FFFFFF"/>
                </a:solidFill>
                <a:latin typeface="맑은 고딕" pitchFamily="34" charset="0"/>
                <a:ea typeface="맑은 고딕" pitchFamily="34" charset="-122"/>
                <a:cs typeface="맑은 고딕" pitchFamily="34" charset="-120"/>
              </a:rPr>
              <a:t>프로그램 오류 0</a:t>
            </a:r>
            <a:endParaRPr lang="en-US" sz="1050" dirty="0"/>
          </a:p>
        </p:txBody>
      </p:sp>
      <p:sp>
        <p:nvSpPr>
          <p:cNvPr id="53" name="Shape 50"/>
          <p:cNvSpPr/>
          <p:nvPr/>
        </p:nvSpPr>
        <p:spPr>
          <a:xfrm>
            <a:off x="10433304" y="4967387"/>
            <a:ext cx="256032" cy="158740"/>
          </a:xfrm>
          <a:prstGeom prst="ellipse">
            <a:avLst/>
          </a:prstGeom>
          <a:solidFill>
            <a:srgbClr val="D01012"/>
          </a:solidFill>
          <a:ln w="15875">
            <a:solidFill>
              <a:srgbClr val="960C0D"/>
            </a:solidFill>
            <a:prstDash val="solid"/>
          </a:ln>
        </p:spPr>
      </p:sp>
      <p:sp>
        <p:nvSpPr>
          <p:cNvPr id="54" name="Shape 51"/>
          <p:cNvSpPr/>
          <p:nvPr/>
        </p:nvSpPr>
        <p:spPr>
          <a:xfrm>
            <a:off x="11164824" y="4967387"/>
            <a:ext cx="256032" cy="158740"/>
          </a:xfrm>
          <a:prstGeom prst="ellipse">
            <a:avLst/>
          </a:prstGeom>
          <a:solidFill>
            <a:srgbClr val="D01012"/>
          </a:solidFill>
          <a:ln w="15875">
            <a:solidFill>
              <a:srgbClr val="960C0D"/>
            </a:solidFill>
            <a:prstDash val="solid"/>
          </a:ln>
        </p:spPr>
      </p:sp>
      <p:sp>
        <p:nvSpPr>
          <p:cNvPr id="55" name="Shape 52"/>
          <p:cNvSpPr/>
          <p:nvPr/>
        </p:nvSpPr>
        <p:spPr>
          <a:xfrm>
            <a:off x="10195560" y="5074920"/>
            <a:ext cx="1463040" cy="1188720"/>
          </a:xfrm>
          <a:prstGeom prst="roundRect">
            <a:avLst>
              <a:gd name="adj" fmla="val 5385"/>
            </a:avLst>
          </a:prstGeom>
          <a:solidFill>
            <a:srgbClr val="D01012"/>
          </a:solidFill>
          <a:ln w="19050">
            <a:solidFill>
              <a:srgbClr val="960C0D"/>
            </a:solidFill>
            <a:prstDash val="solid"/>
          </a:ln>
          <a:effectLst>
            <a:outerShdw sx="100000" sy="100000" kx="0" ky="0" algn="bl" rotWithShape="0" blurRad="101600" dist="38100" dir="2700000">
              <a:srgbClr val="000000">
                <a:alpha val="28000"/>
              </a:srgbClr>
            </a:outerShdw>
          </a:effectLst>
        </p:spPr>
      </p:sp>
      <p:sp>
        <p:nvSpPr>
          <p:cNvPr id="56" name="Text 53"/>
          <p:cNvSpPr txBox="1"/>
          <p:nvPr/>
        </p:nvSpPr>
        <p:spPr>
          <a:xfrm>
            <a:off x="10195560" y="5120640"/>
            <a:ext cx="1463040" cy="530352"/>
          </a:xfrm>
          <a:prstGeom prst="rect">
            <a:avLst/>
          </a:prstGeom>
          <a:noFill/>
          <a:ln/>
        </p:spPr>
        <p:txBody>
          <a:bodyPr wrap="square" lIns="0" tIns="0" rIns="0" bIns="0" rtlCol="0" anchor="ctr"/>
          <a:lstStyle/>
          <a:p>
            <a:pPr algn="ctr" indent="0" marL="0">
              <a:lnSpc>
                <a:spcPct val="110000"/>
              </a:lnSpc>
              <a:buNone/>
            </a:pPr>
            <a:r>
              <a:rPr lang="en-US" sz="2400" b="1" dirty="0">
                <a:solidFill>
                  <a:srgbClr val="FFFFFF"/>
                </a:solidFill>
                <a:latin typeface="맑은 고딕" pitchFamily="34" charset="0"/>
                <a:ea typeface="맑은 고딕" pitchFamily="34" charset="-122"/>
                <a:cs typeface="맑은 고딕" pitchFamily="34" charset="-120"/>
              </a:rPr>
              <a:t>1.1초</a:t>
            </a:r>
            <a:endParaRPr lang="en-US" sz="2400" dirty="0"/>
          </a:p>
        </p:txBody>
      </p:sp>
      <p:sp>
        <p:nvSpPr>
          <p:cNvPr id="57" name="Text 54"/>
          <p:cNvSpPr txBox="1"/>
          <p:nvPr/>
        </p:nvSpPr>
        <p:spPr>
          <a:xfrm>
            <a:off x="10195560" y="5650992"/>
            <a:ext cx="1463040" cy="566928"/>
          </a:xfrm>
          <a:prstGeom prst="rect">
            <a:avLst/>
          </a:prstGeom>
          <a:noFill/>
          <a:ln/>
        </p:spPr>
        <p:txBody>
          <a:bodyPr wrap="square" lIns="0" tIns="0" rIns="0" bIns="0" rtlCol="0" anchor="t"/>
          <a:lstStyle/>
          <a:p>
            <a:pPr algn="ctr" indent="0" marL="0">
              <a:lnSpc>
                <a:spcPct val="110000"/>
              </a:lnSpc>
              <a:buNone/>
            </a:pPr>
            <a:r>
              <a:rPr lang="en-US" sz="1050" dirty="0">
                <a:solidFill>
                  <a:srgbClr val="FFFFFF"/>
                </a:solidFill>
                <a:latin typeface="맑은 고딕" pitchFamily="34" charset="0"/>
                <a:ea typeface="맑은 고딕" pitchFamily="34" charset="-122"/>
                <a:cs typeface="맑은 고딕" pitchFamily="34" charset="-120"/>
              </a:rPr>
              <a:t>바뀐 것 없을 때</a:t>
            </a:r>
            <a:endParaRPr lang="en-US" sz="1050" dirty="0"/>
          </a:p>
          <a:p>
            <a:pPr algn="ctr" indent="0" marL="0">
              <a:lnSpc>
                <a:spcPct val="110000"/>
              </a:lnSpc>
              <a:buNone/>
            </a:pPr>
            <a:r>
              <a:rPr lang="en-US" sz="1050" dirty="0">
                <a:solidFill>
                  <a:srgbClr val="FFFFFF"/>
                </a:solidFill>
                <a:latin typeface="맑은 고딕" pitchFamily="34" charset="0"/>
                <a:ea typeface="맑은 고딕" pitchFamily="34" charset="-122"/>
                <a:cs typeface="맑은 고딕" pitchFamily="34" charset="-120"/>
              </a:rPr>
              <a:t>다시 돌리기</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B1B"/>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731520"/>
          </a:xfrm>
          <a:prstGeom prst="rect">
            <a:avLst/>
          </a:prstGeom>
          <a:noFill/>
          <a:ln/>
        </p:spPr>
        <p:txBody>
          <a:bodyPr wrap="square" lIns="0" tIns="0" rIns="0" bIns="0" rtlCol="0" anchor="ctr"/>
          <a:lstStyle/>
          <a:p>
            <a:pPr algn="l" indent="0" marL="0">
              <a:lnSpc>
                <a:spcPct val="110000"/>
              </a:lnSpc>
              <a:buNone/>
            </a:pPr>
            <a:r>
              <a:rPr lang="en-US" sz="3800" b="1" dirty="0">
                <a:solidFill>
                  <a:srgbClr val="FFFFFF"/>
                </a:solidFill>
                <a:latin typeface="맑은 고딕" pitchFamily="34" charset="0"/>
                <a:ea typeface="맑은 고딕" pitchFamily="34" charset="-122"/>
                <a:cs typeface="맑은 고딕" pitchFamily="34" charset="-120"/>
              </a:rPr>
              <a:t>앞으로 쌓을 블록</a:t>
            </a:r>
            <a:endParaRPr lang="en-US" sz="3800" dirty="0"/>
          </a:p>
        </p:txBody>
      </p:sp>
      <p:sp>
        <p:nvSpPr>
          <p:cNvPr id="3" name="Text 1"/>
          <p:cNvSpPr txBox="1"/>
          <p:nvPr/>
        </p:nvSpPr>
        <p:spPr>
          <a:xfrm>
            <a:off x="566928" y="1170432"/>
            <a:ext cx="10972800" cy="411480"/>
          </a:xfrm>
          <a:prstGeom prst="rect">
            <a:avLst/>
          </a:prstGeom>
          <a:noFill/>
          <a:ln/>
        </p:spPr>
        <p:txBody>
          <a:bodyPr wrap="square" lIns="0" tIns="0" rIns="0" bIns="0" rtlCol="0" anchor="ctr"/>
          <a:lstStyle/>
          <a:p>
            <a:pPr algn="l" indent="0" marL="0">
              <a:lnSpc>
                <a:spcPct val="110000"/>
              </a:lnSpc>
              <a:buNone/>
            </a:pPr>
            <a:r>
              <a:rPr lang="en-US" sz="1600" dirty="0">
                <a:solidFill>
                  <a:srgbClr val="C9CDD2"/>
                </a:solidFill>
                <a:latin typeface="맑은 고딕" pitchFamily="34" charset="0"/>
                <a:ea typeface="맑은 고딕" pitchFamily="34" charset="-122"/>
                <a:cs typeface="맑은 고딕" pitchFamily="34" charset="-120"/>
              </a:rPr>
              <a:t>지금은 바닥판을 깔았습니다. 그 위에 이런 것들을 올릴 수 있어요</a:t>
            </a:r>
            <a:endParaRPr lang="en-US" sz="1600" dirty="0"/>
          </a:p>
        </p:txBody>
      </p:sp>
      <p:sp>
        <p:nvSpPr>
          <p:cNvPr id="4" name="Shape 2"/>
          <p:cNvSpPr/>
          <p:nvPr/>
        </p:nvSpPr>
        <p:spPr>
          <a:xfrm>
            <a:off x="842391" y="2025945"/>
            <a:ext cx="292608" cy="181417"/>
          </a:xfrm>
          <a:prstGeom prst="ellipse">
            <a:avLst/>
          </a:prstGeom>
          <a:solidFill>
            <a:srgbClr val="D01012"/>
          </a:solidFill>
          <a:ln w="15875">
            <a:solidFill>
              <a:srgbClr val="960C0D"/>
            </a:solidFill>
            <a:prstDash val="solid"/>
          </a:ln>
        </p:spPr>
      </p:sp>
      <p:sp>
        <p:nvSpPr>
          <p:cNvPr id="5" name="Shape 3"/>
          <p:cNvSpPr/>
          <p:nvPr/>
        </p:nvSpPr>
        <p:spPr>
          <a:xfrm>
            <a:off x="1722501" y="2025945"/>
            <a:ext cx="292608" cy="181417"/>
          </a:xfrm>
          <a:prstGeom prst="ellipse">
            <a:avLst/>
          </a:prstGeom>
          <a:solidFill>
            <a:srgbClr val="D01012"/>
          </a:solidFill>
          <a:ln w="15875">
            <a:solidFill>
              <a:srgbClr val="960C0D"/>
            </a:solidFill>
            <a:prstDash val="solid"/>
          </a:ln>
        </p:spPr>
      </p:sp>
      <p:sp>
        <p:nvSpPr>
          <p:cNvPr id="6" name="Shape 4"/>
          <p:cNvSpPr/>
          <p:nvPr/>
        </p:nvSpPr>
        <p:spPr>
          <a:xfrm>
            <a:off x="2602611" y="2025945"/>
            <a:ext cx="292608" cy="181417"/>
          </a:xfrm>
          <a:prstGeom prst="ellipse">
            <a:avLst/>
          </a:prstGeom>
          <a:solidFill>
            <a:srgbClr val="D01012"/>
          </a:solidFill>
          <a:ln w="15875">
            <a:solidFill>
              <a:srgbClr val="960C0D"/>
            </a:solidFill>
            <a:prstDash val="solid"/>
          </a:ln>
        </p:spPr>
      </p:sp>
      <p:sp>
        <p:nvSpPr>
          <p:cNvPr id="7" name="Shape 5"/>
          <p:cNvSpPr/>
          <p:nvPr/>
        </p:nvSpPr>
        <p:spPr>
          <a:xfrm>
            <a:off x="3482721" y="2025945"/>
            <a:ext cx="292608" cy="181417"/>
          </a:xfrm>
          <a:prstGeom prst="ellipse">
            <a:avLst/>
          </a:prstGeom>
          <a:solidFill>
            <a:srgbClr val="D01012"/>
          </a:solidFill>
          <a:ln w="15875">
            <a:solidFill>
              <a:srgbClr val="960C0D"/>
            </a:solidFill>
            <a:prstDash val="solid"/>
          </a:ln>
        </p:spPr>
      </p:sp>
      <p:sp>
        <p:nvSpPr>
          <p:cNvPr id="8" name="Shape 6"/>
          <p:cNvSpPr/>
          <p:nvPr/>
        </p:nvSpPr>
        <p:spPr>
          <a:xfrm>
            <a:off x="548640" y="2148840"/>
            <a:ext cx="3520440" cy="1645920"/>
          </a:xfrm>
          <a:prstGeom prst="roundRect">
            <a:avLst>
              <a:gd name="adj" fmla="val 3889"/>
            </a:avLst>
          </a:prstGeom>
          <a:solidFill>
            <a:srgbClr val="D01012"/>
          </a:solidFill>
          <a:ln w="19050">
            <a:solidFill>
              <a:srgbClr val="960C0D"/>
            </a:solidFill>
            <a:prstDash val="solid"/>
          </a:ln>
          <a:effectLst>
            <a:outerShdw sx="100000" sy="100000" kx="0" ky="0" algn="bl" rotWithShape="0" blurRad="101600" dist="38100" dir="2700000">
              <a:srgbClr val="000000">
                <a:alpha val="28000"/>
              </a:srgbClr>
            </a:outerShdw>
          </a:effectLst>
        </p:spPr>
      </p:sp>
      <p:sp>
        <p:nvSpPr>
          <p:cNvPr id="9" name="Text 7"/>
          <p:cNvSpPr txBox="1"/>
          <p:nvPr/>
        </p:nvSpPr>
        <p:spPr>
          <a:xfrm>
            <a:off x="777240" y="2331720"/>
            <a:ext cx="3108960" cy="457200"/>
          </a:xfrm>
          <a:prstGeom prst="rect">
            <a:avLst/>
          </a:prstGeom>
          <a:noFill/>
          <a:ln/>
        </p:spPr>
        <p:txBody>
          <a:bodyPr wrap="square" lIns="0" tIns="0" rIns="0" bIns="0" rtlCol="0" anchor="ctr"/>
          <a:lstStyle/>
          <a:p>
            <a:pPr algn="l" indent="0" marL="0">
              <a:lnSpc>
                <a:spcPct val="110000"/>
              </a:lnSpc>
              <a:buNone/>
            </a:pPr>
            <a:r>
              <a:rPr lang="en-US" sz="2000" b="1" dirty="0">
                <a:solidFill>
                  <a:srgbClr val="FFFFFF"/>
                </a:solidFill>
                <a:latin typeface="맑은 고딕" pitchFamily="34" charset="0"/>
                <a:ea typeface="맑은 고딕" pitchFamily="34" charset="-122"/>
                <a:cs typeface="맑은 고딕" pitchFamily="34" charset="-120"/>
              </a:rPr>
              <a:t>스캔·사진도 읽기</a:t>
            </a:r>
            <a:endParaRPr lang="en-US" sz="2000" dirty="0"/>
          </a:p>
        </p:txBody>
      </p:sp>
      <p:sp>
        <p:nvSpPr>
          <p:cNvPr id="10" name="Text 8"/>
          <p:cNvSpPr txBox="1"/>
          <p:nvPr/>
        </p:nvSpPr>
        <p:spPr>
          <a:xfrm>
            <a:off x="777240" y="2862072"/>
            <a:ext cx="3108960" cy="777240"/>
          </a:xfrm>
          <a:prstGeom prst="rect">
            <a:avLst/>
          </a:prstGeom>
          <a:noFill/>
          <a:ln/>
        </p:spPr>
        <p:txBody>
          <a:bodyPr wrap="square" lIns="0" tIns="0" rIns="0" bIns="0" rtlCol="0" anchor="t"/>
          <a:lstStyle/>
          <a:p>
            <a:pPr algn="l" indent="0" marL="0">
              <a:lnSpc>
                <a:spcPct val="120000"/>
              </a:lnSpc>
              <a:buNone/>
            </a:pPr>
            <a:r>
              <a:rPr lang="en-US" sz="1350" dirty="0">
                <a:solidFill>
                  <a:srgbClr val="FFFFFF"/>
                </a:solidFill>
                <a:latin typeface="맑은 고딕" pitchFamily="34" charset="0"/>
                <a:ea typeface="맑은 고딕" pitchFamily="34" charset="-122"/>
                <a:cs typeface="맑은 고딕" pitchFamily="34" charset="-120"/>
              </a:rPr>
              <a:t>글자 인식(tesseract)을 켜서</a:t>
            </a:r>
            <a:endParaRPr lang="en-US" sz="1350" dirty="0"/>
          </a:p>
          <a:p>
            <a:pPr algn="l" indent="0" marL="0">
              <a:lnSpc>
                <a:spcPct val="120000"/>
              </a:lnSpc>
              <a:buNone/>
            </a:pPr>
            <a:r>
              <a:rPr lang="en-US" sz="1350" dirty="0">
                <a:solidFill>
                  <a:srgbClr val="FFFFFF"/>
                </a:solidFill>
                <a:latin typeface="맑은 고딕" pitchFamily="34" charset="0"/>
                <a:ea typeface="맑은 고딕" pitchFamily="34" charset="-122"/>
                <a:cs typeface="맑은 고딕" pitchFamily="34" charset="-120"/>
              </a:rPr>
              <a:t>스캔 서류·손글씨 자료까지</a:t>
            </a:r>
            <a:endParaRPr lang="en-US" sz="1350" dirty="0"/>
          </a:p>
        </p:txBody>
      </p:sp>
      <p:sp>
        <p:nvSpPr>
          <p:cNvPr id="11" name="Shape 9"/>
          <p:cNvSpPr/>
          <p:nvPr/>
        </p:nvSpPr>
        <p:spPr>
          <a:xfrm>
            <a:off x="4609719" y="2025945"/>
            <a:ext cx="292608" cy="181417"/>
          </a:xfrm>
          <a:prstGeom prst="ellipse">
            <a:avLst/>
          </a:prstGeom>
          <a:solidFill>
            <a:srgbClr val="0055BF"/>
          </a:solidFill>
          <a:ln w="15875">
            <a:solidFill>
              <a:srgbClr val="003D8A"/>
            </a:solidFill>
            <a:prstDash val="solid"/>
          </a:ln>
        </p:spPr>
      </p:sp>
      <p:sp>
        <p:nvSpPr>
          <p:cNvPr id="12" name="Shape 10"/>
          <p:cNvSpPr/>
          <p:nvPr/>
        </p:nvSpPr>
        <p:spPr>
          <a:xfrm>
            <a:off x="5489829" y="2025945"/>
            <a:ext cx="292608" cy="181417"/>
          </a:xfrm>
          <a:prstGeom prst="ellipse">
            <a:avLst/>
          </a:prstGeom>
          <a:solidFill>
            <a:srgbClr val="0055BF"/>
          </a:solidFill>
          <a:ln w="15875">
            <a:solidFill>
              <a:srgbClr val="003D8A"/>
            </a:solidFill>
            <a:prstDash val="solid"/>
          </a:ln>
        </p:spPr>
      </p:sp>
      <p:sp>
        <p:nvSpPr>
          <p:cNvPr id="13" name="Shape 11"/>
          <p:cNvSpPr/>
          <p:nvPr/>
        </p:nvSpPr>
        <p:spPr>
          <a:xfrm>
            <a:off x="6369939" y="2025945"/>
            <a:ext cx="292608" cy="181417"/>
          </a:xfrm>
          <a:prstGeom prst="ellipse">
            <a:avLst/>
          </a:prstGeom>
          <a:solidFill>
            <a:srgbClr val="0055BF"/>
          </a:solidFill>
          <a:ln w="15875">
            <a:solidFill>
              <a:srgbClr val="003D8A"/>
            </a:solidFill>
            <a:prstDash val="solid"/>
          </a:ln>
        </p:spPr>
      </p:sp>
      <p:sp>
        <p:nvSpPr>
          <p:cNvPr id="14" name="Shape 12"/>
          <p:cNvSpPr/>
          <p:nvPr/>
        </p:nvSpPr>
        <p:spPr>
          <a:xfrm>
            <a:off x="7250049" y="2025945"/>
            <a:ext cx="292608" cy="181417"/>
          </a:xfrm>
          <a:prstGeom prst="ellipse">
            <a:avLst/>
          </a:prstGeom>
          <a:solidFill>
            <a:srgbClr val="0055BF"/>
          </a:solidFill>
          <a:ln w="15875">
            <a:solidFill>
              <a:srgbClr val="003D8A"/>
            </a:solidFill>
            <a:prstDash val="solid"/>
          </a:ln>
        </p:spPr>
      </p:sp>
      <p:sp>
        <p:nvSpPr>
          <p:cNvPr id="15" name="Shape 13"/>
          <p:cNvSpPr/>
          <p:nvPr/>
        </p:nvSpPr>
        <p:spPr>
          <a:xfrm>
            <a:off x="4315968" y="2148840"/>
            <a:ext cx="3520440" cy="1645920"/>
          </a:xfrm>
          <a:prstGeom prst="roundRect">
            <a:avLst>
              <a:gd name="adj" fmla="val 3889"/>
            </a:avLst>
          </a:prstGeom>
          <a:solidFill>
            <a:srgbClr val="0055BF"/>
          </a:solidFill>
          <a:ln w="19050">
            <a:solidFill>
              <a:srgbClr val="003D8A"/>
            </a:solidFill>
            <a:prstDash val="solid"/>
          </a:ln>
          <a:effectLst>
            <a:outerShdw sx="100000" sy="100000" kx="0" ky="0" algn="bl" rotWithShape="0" blurRad="101600" dist="38100" dir="2700000">
              <a:srgbClr val="000000">
                <a:alpha val="28000"/>
              </a:srgbClr>
            </a:outerShdw>
          </a:effectLst>
        </p:spPr>
      </p:sp>
      <p:sp>
        <p:nvSpPr>
          <p:cNvPr id="16" name="Text 14"/>
          <p:cNvSpPr txBox="1"/>
          <p:nvPr/>
        </p:nvSpPr>
        <p:spPr>
          <a:xfrm>
            <a:off x="4544568" y="2331720"/>
            <a:ext cx="3108960" cy="457200"/>
          </a:xfrm>
          <a:prstGeom prst="rect">
            <a:avLst/>
          </a:prstGeom>
          <a:noFill/>
          <a:ln/>
        </p:spPr>
        <p:txBody>
          <a:bodyPr wrap="square" lIns="0" tIns="0" rIns="0" bIns="0" rtlCol="0" anchor="ctr"/>
          <a:lstStyle/>
          <a:p>
            <a:pPr algn="l" indent="0" marL="0">
              <a:lnSpc>
                <a:spcPct val="110000"/>
              </a:lnSpc>
              <a:buNone/>
            </a:pPr>
            <a:r>
              <a:rPr lang="en-US" sz="2000" b="1" dirty="0">
                <a:solidFill>
                  <a:srgbClr val="FFFFFF"/>
                </a:solidFill>
                <a:latin typeface="맑은 고딕" pitchFamily="34" charset="0"/>
                <a:ea typeface="맑은 고딕" pitchFamily="34" charset="-122"/>
                <a:cs typeface="맑은 고딕" pitchFamily="34" charset="-120"/>
              </a:rPr>
              <a:t>검색되는 자료실</a:t>
            </a:r>
            <a:endParaRPr lang="en-US" sz="2000" dirty="0"/>
          </a:p>
        </p:txBody>
      </p:sp>
      <p:sp>
        <p:nvSpPr>
          <p:cNvPr id="17" name="Text 15"/>
          <p:cNvSpPr txBox="1"/>
          <p:nvPr/>
        </p:nvSpPr>
        <p:spPr>
          <a:xfrm>
            <a:off x="4544568" y="2862072"/>
            <a:ext cx="3108960" cy="777240"/>
          </a:xfrm>
          <a:prstGeom prst="rect">
            <a:avLst/>
          </a:prstGeom>
          <a:noFill/>
          <a:ln/>
        </p:spPr>
        <p:txBody>
          <a:bodyPr wrap="square" lIns="0" tIns="0" rIns="0" bIns="0" rtlCol="0" anchor="t"/>
          <a:lstStyle/>
          <a:p>
            <a:pPr algn="l" indent="0" marL="0">
              <a:lnSpc>
                <a:spcPct val="120000"/>
              </a:lnSpc>
              <a:buNone/>
            </a:pPr>
            <a:r>
              <a:rPr lang="en-US" sz="1350" dirty="0">
                <a:solidFill>
                  <a:srgbClr val="FFFFFF"/>
                </a:solidFill>
                <a:latin typeface="맑은 고딕" pitchFamily="34" charset="0"/>
                <a:ea typeface="맑은 고딕" pitchFamily="34" charset="-122"/>
                <a:cs typeface="맑은 고딕" pitchFamily="34" charset="-120"/>
              </a:rPr>
              <a:t>_index.json 을 웹뷰어에 연결해</a:t>
            </a:r>
            <a:endParaRPr lang="en-US" sz="1350" dirty="0"/>
          </a:p>
          <a:p>
            <a:pPr algn="l" indent="0" marL="0">
              <a:lnSpc>
                <a:spcPct val="120000"/>
              </a:lnSpc>
              <a:buNone/>
            </a:pPr>
            <a:r>
              <a:rPr lang="en-US" sz="1350" dirty="0">
                <a:solidFill>
                  <a:srgbClr val="FFFFFF"/>
                </a:solidFill>
                <a:latin typeface="맑은 고딕" pitchFamily="34" charset="0"/>
                <a:ea typeface="맑은 고딕" pitchFamily="34" charset="-122"/>
                <a:cs typeface="맑은 고딕" pitchFamily="34" charset="-120"/>
              </a:rPr>
              <a:t>학교 자료를 한곳에서 검색</a:t>
            </a:r>
            <a:endParaRPr lang="en-US" sz="1350" dirty="0"/>
          </a:p>
        </p:txBody>
      </p:sp>
      <p:sp>
        <p:nvSpPr>
          <p:cNvPr id="18" name="Shape 16"/>
          <p:cNvSpPr/>
          <p:nvPr/>
        </p:nvSpPr>
        <p:spPr>
          <a:xfrm>
            <a:off x="8377047" y="2025945"/>
            <a:ext cx="292608" cy="181417"/>
          </a:xfrm>
          <a:prstGeom prst="ellipse">
            <a:avLst/>
          </a:prstGeom>
          <a:solidFill>
            <a:srgbClr val="FFCD03"/>
          </a:solidFill>
          <a:ln w="15875">
            <a:solidFill>
              <a:srgbClr val="B89402"/>
            </a:solidFill>
            <a:prstDash val="solid"/>
          </a:ln>
        </p:spPr>
      </p:sp>
      <p:sp>
        <p:nvSpPr>
          <p:cNvPr id="19" name="Shape 17"/>
          <p:cNvSpPr/>
          <p:nvPr/>
        </p:nvSpPr>
        <p:spPr>
          <a:xfrm>
            <a:off x="9257157" y="2025945"/>
            <a:ext cx="292608" cy="181417"/>
          </a:xfrm>
          <a:prstGeom prst="ellipse">
            <a:avLst/>
          </a:prstGeom>
          <a:solidFill>
            <a:srgbClr val="FFCD03"/>
          </a:solidFill>
          <a:ln w="15875">
            <a:solidFill>
              <a:srgbClr val="B89402"/>
            </a:solidFill>
            <a:prstDash val="solid"/>
          </a:ln>
        </p:spPr>
      </p:sp>
      <p:sp>
        <p:nvSpPr>
          <p:cNvPr id="20" name="Shape 18"/>
          <p:cNvSpPr/>
          <p:nvPr/>
        </p:nvSpPr>
        <p:spPr>
          <a:xfrm>
            <a:off x="10137267" y="2025945"/>
            <a:ext cx="292608" cy="181417"/>
          </a:xfrm>
          <a:prstGeom prst="ellipse">
            <a:avLst/>
          </a:prstGeom>
          <a:solidFill>
            <a:srgbClr val="FFCD03"/>
          </a:solidFill>
          <a:ln w="15875">
            <a:solidFill>
              <a:srgbClr val="B89402"/>
            </a:solidFill>
            <a:prstDash val="solid"/>
          </a:ln>
        </p:spPr>
      </p:sp>
      <p:sp>
        <p:nvSpPr>
          <p:cNvPr id="21" name="Shape 19"/>
          <p:cNvSpPr/>
          <p:nvPr/>
        </p:nvSpPr>
        <p:spPr>
          <a:xfrm>
            <a:off x="11017377" y="2025945"/>
            <a:ext cx="292608" cy="181417"/>
          </a:xfrm>
          <a:prstGeom prst="ellipse">
            <a:avLst/>
          </a:prstGeom>
          <a:solidFill>
            <a:srgbClr val="FFCD03"/>
          </a:solidFill>
          <a:ln w="15875">
            <a:solidFill>
              <a:srgbClr val="B89402"/>
            </a:solidFill>
            <a:prstDash val="solid"/>
          </a:ln>
        </p:spPr>
      </p:sp>
      <p:sp>
        <p:nvSpPr>
          <p:cNvPr id="22" name="Shape 20"/>
          <p:cNvSpPr/>
          <p:nvPr/>
        </p:nvSpPr>
        <p:spPr>
          <a:xfrm>
            <a:off x="8083296" y="2148840"/>
            <a:ext cx="3520440" cy="1645920"/>
          </a:xfrm>
          <a:prstGeom prst="roundRect">
            <a:avLst>
              <a:gd name="adj" fmla="val 3889"/>
            </a:avLst>
          </a:prstGeom>
          <a:solidFill>
            <a:srgbClr val="FFCD03"/>
          </a:solidFill>
          <a:ln w="19050">
            <a:solidFill>
              <a:srgbClr val="B89402"/>
            </a:solidFill>
            <a:prstDash val="solid"/>
          </a:ln>
          <a:effectLst>
            <a:outerShdw sx="100000" sy="100000" kx="0" ky="0" algn="bl" rotWithShape="0" blurRad="101600" dist="38100" dir="2700000">
              <a:srgbClr val="000000">
                <a:alpha val="28000"/>
              </a:srgbClr>
            </a:outerShdw>
          </a:effectLst>
        </p:spPr>
      </p:sp>
      <p:sp>
        <p:nvSpPr>
          <p:cNvPr id="23" name="Text 21"/>
          <p:cNvSpPr txBox="1"/>
          <p:nvPr/>
        </p:nvSpPr>
        <p:spPr>
          <a:xfrm>
            <a:off x="8311896" y="2331720"/>
            <a:ext cx="3108960" cy="457200"/>
          </a:xfrm>
          <a:prstGeom prst="rect">
            <a:avLst/>
          </a:prstGeom>
          <a:noFill/>
          <a:ln/>
        </p:spPr>
        <p:txBody>
          <a:bodyPr wrap="square" lIns="0" tIns="0" rIns="0" bIns="0" rtlCol="0" anchor="ctr"/>
          <a:lstStyle/>
          <a:p>
            <a:pPr algn="l" indent="0" marL="0">
              <a:lnSpc>
                <a:spcPct val="110000"/>
              </a:lnSpc>
              <a:buNone/>
            </a:pPr>
            <a:r>
              <a:rPr lang="en-US" sz="2000" b="1" dirty="0">
                <a:solidFill>
                  <a:srgbClr val="1B1B1B"/>
                </a:solidFill>
                <a:latin typeface="맑은 고딕" pitchFamily="34" charset="0"/>
                <a:ea typeface="맑은 고딕" pitchFamily="34" charset="-122"/>
                <a:cs typeface="맑은 고딕" pitchFamily="34" charset="-120"/>
              </a:rPr>
              <a:t>AI 수업 도우미</a:t>
            </a:r>
            <a:endParaRPr lang="en-US" sz="2000" dirty="0"/>
          </a:p>
        </p:txBody>
      </p:sp>
      <p:sp>
        <p:nvSpPr>
          <p:cNvPr id="24" name="Text 22"/>
          <p:cNvSpPr txBox="1"/>
          <p:nvPr/>
        </p:nvSpPr>
        <p:spPr>
          <a:xfrm>
            <a:off x="8311896" y="2862072"/>
            <a:ext cx="3108960" cy="777240"/>
          </a:xfrm>
          <a:prstGeom prst="rect">
            <a:avLst/>
          </a:prstGeom>
          <a:noFill/>
          <a:ln/>
        </p:spPr>
        <p:txBody>
          <a:bodyPr wrap="square" lIns="0" tIns="0" rIns="0" bIns="0" rtlCol="0" anchor="t"/>
          <a:lstStyle/>
          <a:p>
            <a:pPr algn="l" indent="0" marL="0">
              <a:lnSpc>
                <a:spcPct val="120000"/>
              </a:lnSpc>
              <a:buNone/>
            </a:pPr>
            <a:r>
              <a:rPr lang="en-US" sz="1350" dirty="0">
                <a:solidFill>
                  <a:srgbClr val="1B1B1B"/>
                </a:solidFill>
                <a:latin typeface="맑은 고딕" pitchFamily="34" charset="0"/>
                <a:ea typeface="맑은 고딕" pitchFamily="34" charset="-122"/>
                <a:cs typeface="맑은 고딕" pitchFamily="34" charset="-120"/>
              </a:rPr>
              <a:t>변환한 .md 를 AI에 넣어</a:t>
            </a:r>
            <a:endParaRPr lang="en-US" sz="1350" dirty="0"/>
          </a:p>
          <a:p>
            <a:pPr algn="l" indent="0" marL="0">
              <a:lnSpc>
                <a:spcPct val="120000"/>
              </a:lnSpc>
              <a:buNone/>
            </a:pPr>
            <a:r>
              <a:rPr lang="en-US" sz="1350" dirty="0">
                <a:solidFill>
                  <a:srgbClr val="1B1B1B"/>
                </a:solidFill>
                <a:latin typeface="맑은 고딕" pitchFamily="34" charset="0"/>
                <a:ea typeface="맑은 고딕" pitchFamily="34" charset="-122"/>
                <a:cs typeface="맑은 고딕" pitchFamily="34" charset="-120"/>
              </a:rPr>
              <a:t>우리 자료에 근거한 답 받기</a:t>
            </a:r>
            <a:endParaRPr lang="en-US" sz="1350" dirty="0"/>
          </a:p>
        </p:txBody>
      </p:sp>
      <p:sp>
        <p:nvSpPr>
          <p:cNvPr id="25" name="Shape 23"/>
          <p:cNvSpPr/>
          <p:nvPr/>
        </p:nvSpPr>
        <p:spPr>
          <a:xfrm>
            <a:off x="842391" y="4083345"/>
            <a:ext cx="292608" cy="181417"/>
          </a:xfrm>
          <a:prstGeom prst="ellipse">
            <a:avLst/>
          </a:prstGeom>
          <a:solidFill>
            <a:srgbClr val="00852B"/>
          </a:solidFill>
          <a:ln w="15875">
            <a:solidFill>
              <a:srgbClr val="00601F"/>
            </a:solidFill>
            <a:prstDash val="solid"/>
          </a:ln>
        </p:spPr>
      </p:sp>
      <p:sp>
        <p:nvSpPr>
          <p:cNvPr id="26" name="Shape 24"/>
          <p:cNvSpPr/>
          <p:nvPr/>
        </p:nvSpPr>
        <p:spPr>
          <a:xfrm>
            <a:off x="1722501" y="4083345"/>
            <a:ext cx="292608" cy="181417"/>
          </a:xfrm>
          <a:prstGeom prst="ellipse">
            <a:avLst/>
          </a:prstGeom>
          <a:solidFill>
            <a:srgbClr val="00852B"/>
          </a:solidFill>
          <a:ln w="15875">
            <a:solidFill>
              <a:srgbClr val="00601F"/>
            </a:solidFill>
            <a:prstDash val="solid"/>
          </a:ln>
        </p:spPr>
      </p:sp>
      <p:sp>
        <p:nvSpPr>
          <p:cNvPr id="27" name="Shape 25"/>
          <p:cNvSpPr/>
          <p:nvPr/>
        </p:nvSpPr>
        <p:spPr>
          <a:xfrm>
            <a:off x="2602611" y="4083345"/>
            <a:ext cx="292608" cy="181417"/>
          </a:xfrm>
          <a:prstGeom prst="ellipse">
            <a:avLst/>
          </a:prstGeom>
          <a:solidFill>
            <a:srgbClr val="00852B"/>
          </a:solidFill>
          <a:ln w="15875">
            <a:solidFill>
              <a:srgbClr val="00601F"/>
            </a:solidFill>
            <a:prstDash val="solid"/>
          </a:ln>
        </p:spPr>
      </p:sp>
      <p:sp>
        <p:nvSpPr>
          <p:cNvPr id="28" name="Shape 26"/>
          <p:cNvSpPr/>
          <p:nvPr/>
        </p:nvSpPr>
        <p:spPr>
          <a:xfrm>
            <a:off x="3482721" y="4083345"/>
            <a:ext cx="292608" cy="181417"/>
          </a:xfrm>
          <a:prstGeom prst="ellipse">
            <a:avLst/>
          </a:prstGeom>
          <a:solidFill>
            <a:srgbClr val="00852B"/>
          </a:solidFill>
          <a:ln w="15875">
            <a:solidFill>
              <a:srgbClr val="00601F"/>
            </a:solidFill>
            <a:prstDash val="solid"/>
          </a:ln>
        </p:spPr>
      </p:sp>
      <p:sp>
        <p:nvSpPr>
          <p:cNvPr id="29" name="Shape 27"/>
          <p:cNvSpPr/>
          <p:nvPr/>
        </p:nvSpPr>
        <p:spPr>
          <a:xfrm>
            <a:off x="548640" y="4206240"/>
            <a:ext cx="3520440" cy="1645920"/>
          </a:xfrm>
          <a:prstGeom prst="roundRect">
            <a:avLst>
              <a:gd name="adj" fmla="val 3889"/>
            </a:avLst>
          </a:prstGeom>
          <a:solidFill>
            <a:srgbClr val="00852B"/>
          </a:solidFill>
          <a:ln w="19050">
            <a:solidFill>
              <a:srgbClr val="00601F"/>
            </a:solidFill>
            <a:prstDash val="solid"/>
          </a:ln>
          <a:effectLst>
            <a:outerShdw sx="100000" sy="100000" kx="0" ky="0" algn="bl" rotWithShape="0" blurRad="101600" dist="38100" dir="2700000">
              <a:srgbClr val="000000">
                <a:alpha val="28000"/>
              </a:srgbClr>
            </a:outerShdw>
          </a:effectLst>
        </p:spPr>
      </p:sp>
      <p:sp>
        <p:nvSpPr>
          <p:cNvPr id="30" name="Text 28"/>
          <p:cNvSpPr txBox="1"/>
          <p:nvPr/>
        </p:nvSpPr>
        <p:spPr>
          <a:xfrm>
            <a:off x="777240" y="4389120"/>
            <a:ext cx="3108960" cy="457200"/>
          </a:xfrm>
          <a:prstGeom prst="rect">
            <a:avLst/>
          </a:prstGeom>
          <a:noFill/>
          <a:ln/>
        </p:spPr>
        <p:txBody>
          <a:bodyPr wrap="square" lIns="0" tIns="0" rIns="0" bIns="0" rtlCol="0" anchor="ctr"/>
          <a:lstStyle/>
          <a:p>
            <a:pPr algn="l" indent="0" marL="0">
              <a:lnSpc>
                <a:spcPct val="110000"/>
              </a:lnSpc>
              <a:buNone/>
            </a:pPr>
            <a:r>
              <a:rPr lang="en-US" sz="2000" b="1" dirty="0">
                <a:solidFill>
                  <a:srgbClr val="FFFFFF"/>
                </a:solidFill>
                <a:latin typeface="맑은 고딕" pitchFamily="34" charset="0"/>
                <a:ea typeface="맑은 고딕" pitchFamily="34" charset="-122"/>
                <a:cs typeface="맑은 고딕" pitchFamily="34" charset="-120"/>
              </a:rPr>
              <a:t>파이썬 수업 교재로</a:t>
            </a:r>
            <a:endParaRPr lang="en-US" sz="2000" dirty="0"/>
          </a:p>
        </p:txBody>
      </p:sp>
      <p:sp>
        <p:nvSpPr>
          <p:cNvPr id="31" name="Text 29"/>
          <p:cNvSpPr txBox="1"/>
          <p:nvPr/>
        </p:nvSpPr>
        <p:spPr>
          <a:xfrm>
            <a:off x="777240" y="4919472"/>
            <a:ext cx="3108960" cy="777240"/>
          </a:xfrm>
          <a:prstGeom prst="rect">
            <a:avLst/>
          </a:prstGeom>
          <a:noFill/>
          <a:ln/>
        </p:spPr>
        <p:txBody>
          <a:bodyPr wrap="square" lIns="0" tIns="0" rIns="0" bIns="0" rtlCol="0" anchor="t"/>
          <a:lstStyle/>
          <a:p>
            <a:pPr algn="l" indent="0" marL="0">
              <a:lnSpc>
                <a:spcPct val="120000"/>
              </a:lnSpc>
              <a:buNone/>
            </a:pPr>
            <a:r>
              <a:rPr lang="en-US" sz="1350" dirty="0">
                <a:solidFill>
                  <a:srgbClr val="FFFFFF"/>
                </a:solidFill>
                <a:latin typeface="맑은 고딕" pitchFamily="34" charset="0"/>
                <a:ea typeface="맑은 고딕" pitchFamily="34" charset="-122"/>
                <a:cs typeface="맑은 고딕" pitchFamily="34" charset="-120"/>
              </a:rPr>
              <a:t>학생과 sniff.py 를 읽고 고쳐 보고</a:t>
            </a:r>
            <a:endParaRPr lang="en-US" sz="1350" dirty="0"/>
          </a:p>
          <a:p>
            <a:pPr algn="l" indent="0" marL="0">
              <a:lnSpc>
                <a:spcPct val="120000"/>
              </a:lnSpc>
              <a:buNone/>
            </a:pPr>
            <a:r>
              <a:rPr lang="en-US" sz="1350" dirty="0">
                <a:solidFill>
                  <a:srgbClr val="FFFFFF"/>
                </a:solidFill>
                <a:latin typeface="맑은 고딕" pitchFamily="34" charset="0"/>
                <a:ea typeface="맑은 고딕" pitchFamily="34" charset="-122"/>
                <a:cs typeface="맑은 고딕" pitchFamily="34" charset="-120"/>
              </a:rPr>
              <a:t>자가진단으로 확인하기</a:t>
            </a:r>
            <a:endParaRPr lang="en-US" sz="1350" dirty="0"/>
          </a:p>
        </p:txBody>
      </p:sp>
      <p:sp>
        <p:nvSpPr>
          <p:cNvPr id="32" name="Shape 30"/>
          <p:cNvSpPr/>
          <p:nvPr/>
        </p:nvSpPr>
        <p:spPr>
          <a:xfrm>
            <a:off x="4609719" y="4083345"/>
            <a:ext cx="292608" cy="181417"/>
          </a:xfrm>
          <a:prstGeom prst="ellipse">
            <a:avLst/>
          </a:prstGeom>
          <a:solidFill>
            <a:srgbClr val="FFFFFF"/>
          </a:solidFill>
          <a:ln w="15875">
            <a:solidFill>
              <a:srgbClr val="9AA0A6"/>
            </a:solidFill>
            <a:prstDash val="solid"/>
          </a:ln>
        </p:spPr>
      </p:sp>
      <p:sp>
        <p:nvSpPr>
          <p:cNvPr id="33" name="Shape 31"/>
          <p:cNvSpPr/>
          <p:nvPr/>
        </p:nvSpPr>
        <p:spPr>
          <a:xfrm>
            <a:off x="5489829" y="4083345"/>
            <a:ext cx="292608" cy="181417"/>
          </a:xfrm>
          <a:prstGeom prst="ellipse">
            <a:avLst/>
          </a:prstGeom>
          <a:solidFill>
            <a:srgbClr val="FFFFFF"/>
          </a:solidFill>
          <a:ln w="15875">
            <a:solidFill>
              <a:srgbClr val="9AA0A6"/>
            </a:solidFill>
            <a:prstDash val="solid"/>
          </a:ln>
        </p:spPr>
      </p:sp>
      <p:sp>
        <p:nvSpPr>
          <p:cNvPr id="34" name="Shape 32"/>
          <p:cNvSpPr/>
          <p:nvPr/>
        </p:nvSpPr>
        <p:spPr>
          <a:xfrm>
            <a:off x="6369939" y="4083345"/>
            <a:ext cx="292608" cy="181417"/>
          </a:xfrm>
          <a:prstGeom prst="ellipse">
            <a:avLst/>
          </a:prstGeom>
          <a:solidFill>
            <a:srgbClr val="FFFFFF"/>
          </a:solidFill>
          <a:ln w="15875">
            <a:solidFill>
              <a:srgbClr val="9AA0A6"/>
            </a:solidFill>
            <a:prstDash val="solid"/>
          </a:ln>
        </p:spPr>
      </p:sp>
      <p:sp>
        <p:nvSpPr>
          <p:cNvPr id="35" name="Shape 33"/>
          <p:cNvSpPr/>
          <p:nvPr/>
        </p:nvSpPr>
        <p:spPr>
          <a:xfrm>
            <a:off x="7250049" y="4083345"/>
            <a:ext cx="292608" cy="181417"/>
          </a:xfrm>
          <a:prstGeom prst="ellipse">
            <a:avLst/>
          </a:prstGeom>
          <a:solidFill>
            <a:srgbClr val="FFFFFF"/>
          </a:solidFill>
          <a:ln w="15875">
            <a:solidFill>
              <a:srgbClr val="9AA0A6"/>
            </a:solidFill>
            <a:prstDash val="solid"/>
          </a:ln>
        </p:spPr>
      </p:sp>
      <p:sp>
        <p:nvSpPr>
          <p:cNvPr id="36" name="Shape 34"/>
          <p:cNvSpPr/>
          <p:nvPr/>
        </p:nvSpPr>
        <p:spPr>
          <a:xfrm>
            <a:off x="4315968" y="4206240"/>
            <a:ext cx="3520440" cy="1645920"/>
          </a:xfrm>
          <a:prstGeom prst="roundRect">
            <a:avLst>
              <a:gd name="adj" fmla="val 3889"/>
            </a:avLst>
          </a:prstGeom>
          <a:solidFill>
            <a:srgbClr val="FFFFFF"/>
          </a:solidFill>
          <a:ln w="19050">
            <a:solidFill>
              <a:srgbClr val="9AA0A6"/>
            </a:solidFill>
            <a:prstDash val="solid"/>
          </a:ln>
          <a:effectLst>
            <a:outerShdw sx="100000" sy="100000" kx="0" ky="0" algn="bl" rotWithShape="0" blurRad="101600" dist="38100" dir="2700000">
              <a:srgbClr val="000000">
                <a:alpha val="28000"/>
              </a:srgbClr>
            </a:outerShdw>
          </a:effectLst>
        </p:spPr>
      </p:sp>
      <p:sp>
        <p:nvSpPr>
          <p:cNvPr id="37" name="Text 35"/>
          <p:cNvSpPr txBox="1"/>
          <p:nvPr/>
        </p:nvSpPr>
        <p:spPr>
          <a:xfrm>
            <a:off x="4544568" y="4389120"/>
            <a:ext cx="3108960" cy="457200"/>
          </a:xfrm>
          <a:prstGeom prst="rect">
            <a:avLst/>
          </a:prstGeom>
          <a:noFill/>
          <a:ln/>
        </p:spPr>
        <p:txBody>
          <a:bodyPr wrap="square" lIns="0" tIns="0" rIns="0" bIns="0" rtlCol="0" anchor="ctr"/>
          <a:lstStyle/>
          <a:p>
            <a:pPr algn="l" indent="0" marL="0">
              <a:lnSpc>
                <a:spcPct val="110000"/>
              </a:lnSpc>
              <a:buNone/>
            </a:pPr>
            <a:r>
              <a:rPr lang="en-US" sz="2000" b="1" dirty="0">
                <a:solidFill>
                  <a:srgbClr val="1B1B1B"/>
                </a:solidFill>
                <a:latin typeface="맑은 고딕" pitchFamily="34" charset="0"/>
                <a:ea typeface="맑은 고딕" pitchFamily="34" charset="-122"/>
                <a:cs typeface="맑은 고딕" pitchFamily="34" charset="-120"/>
              </a:rPr>
              <a:t>기록 모으기</a:t>
            </a:r>
            <a:endParaRPr lang="en-US" sz="2000" dirty="0"/>
          </a:p>
        </p:txBody>
      </p:sp>
      <p:sp>
        <p:nvSpPr>
          <p:cNvPr id="38" name="Text 36"/>
          <p:cNvSpPr txBox="1"/>
          <p:nvPr/>
        </p:nvSpPr>
        <p:spPr>
          <a:xfrm>
            <a:off x="4544568" y="4919472"/>
            <a:ext cx="3108960" cy="777240"/>
          </a:xfrm>
          <a:prstGeom prst="rect">
            <a:avLst/>
          </a:prstGeom>
          <a:noFill/>
          <a:ln/>
        </p:spPr>
        <p:txBody>
          <a:bodyPr wrap="square" lIns="0" tIns="0" rIns="0" bIns="0" rtlCol="0" anchor="t"/>
          <a:lstStyle/>
          <a:p>
            <a:pPr algn="l" indent="0" marL="0">
              <a:lnSpc>
                <a:spcPct val="120000"/>
              </a:lnSpc>
              <a:buNone/>
            </a:pPr>
            <a:r>
              <a:rPr lang="en-US" sz="1350" dirty="0">
                <a:solidFill>
                  <a:srgbClr val="1B1B1B"/>
                </a:solidFill>
                <a:latin typeface="맑은 고딕" pitchFamily="34" charset="0"/>
                <a:ea typeface="맑은 고딕" pitchFamily="34" charset="-122"/>
                <a:cs typeface="맑은 고딕" pitchFamily="34" charset="-120"/>
              </a:rPr>
              <a:t>블로그 백업 PDF 를 글 단위로 쪼개</a:t>
            </a:r>
            <a:endParaRPr lang="en-US" sz="1350" dirty="0"/>
          </a:p>
          <a:p>
            <a:pPr algn="l" indent="0" marL="0">
              <a:lnSpc>
                <a:spcPct val="120000"/>
              </a:lnSpc>
              <a:buNone/>
            </a:pPr>
            <a:r>
              <a:rPr lang="en-US" sz="1350" dirty="0">
                <a:solidFill>
                  <a:srgbClr val="1B1B1B"/>
                </a:solidFill>
                <a:latin typeface="맑은 고딕" pitchFamily="34" charset="0"/>
                <a:ea typeface="맑은 고딕" pitchFamily="34" charset="-122"/>
                <a:cs typeface="맑은 고딕" pitchFamily="34" charset="-120"/>
              </a:rPr>
              <a:t>교육 활동 기록 정리</a:t>
            </a:r>
            <a:endParaRPr lang="en-US" sz="1350" dirty="0"/>
          </a:p>
        </p:txBody>
      </p:sp>
      <p:sp>
        <p:nvSpPr>
          <p:cNvPr id="39" name="Shape 37"/>
          <p:cNvSpPr/>
          <p:nvPr/>
        </p:nvSpPr>
        <p:spPr>
          <a:xfrm>
            <a:off x="8377047" y="4083345"/>
            <a:ext cx="292608" cy="181417"/>
          </a:xfrm>
          <a:prstGeom prst="ellipse">
            <a:avLst/>
          </a:prstGeom>
          <a:solidFill>
            <a:srgbClr val="FFCD03"/>
          </a:solidFill>
          <a:ln w="15875">
            <a:solidFill>
              <a:srgbClr val="FFCD03"/>
            </a:solidFill>
            <a:prstDash val="solid"/>
          </a:ln>
        </p:spPr>
      </p:sp>
      <p:sp>
        <p:nvSpPr>
          <p:cNvPr id="40" name="Shape 38"/>
          <p:cNvSpPr/>
          <p:nvPr/>
        </p:nvSpPr>
        <p:spPr>
          <a:xfrm>
            <a:off x="9257157" y="4083345"/>
            <a:ext cx="292608" cy="181417"/>
          </a:xfrm>
          <a:prstGeom prst="ellipse">
            <a:avLst/>
          </a:prstGeom>
          <a:solidFill>
            <a:srgbClr val="FFCD03"/>
          </a:solidFill>
          <a:ln w="15875">
            <a:solidFill>
              <a:srgbClr val="FFCD03"/>
            </a:solidFill>
            <a:prstDash val="solid"/>
          </a:ln>
        </p:spPr>
      </p:sp>
      <p:sp>
        <p:nvSpPr>
          <p:cNvPr id="41" name="Shape 39"/>
          <p:cNvSpPr/>
          <p:nvPr/>
        </p:nvSpPr>
        <p:spPr>
          <a:xfrm>
            <a:off x="10137267" y="4083345"/>
            <a:ext cx="292608" cy="181417"/>
          </a:xfrm>
          <a:prstGeom prst="ellipse">
            <a:avLst/>
          </a:prstGeom>
          <a:solidFill>
            <a:srgbClr val="FFCD03"/>
          </a:solidFill>
          <a:ln w="15875">
            <a:solidFill>
              <a:srgbClr val="FFCD03"/>
            </a:solidFill>
            <a:prstDash val="solid"/>
          </a:ln>
        </p:spPr>
      </p:sp>
      <p:sp>
        <p:nvSpPr>
          <p:cNvPr id="42" name="Shape 40"/>
          <p:cNvSpPr/>
          <p:nvPr/>
        </p:nvSpPr>
        <p:spPr>
          <a:xfrm>
            <a:off x="11017377" y="4083345"/>
            <a:ext cx="292608" cy="181417"/>
          </a:xfrm>
          <a:prstGeom prst="ellipse">
            <a:avLst/>
          </a:prstGeom>
          <a:solidFill>
            <a:srgbClr val="FFCD03"/>
          </a:solidFill>
          <a:ln w="15875">
            <a:solidFill>
              <a:srgbClr val="FFCD03"/>
            </a:solidFill>
            <a:prstDash val="solid"/>
          </a:ln>
        </p:spPr>
      </p:sp>
      <p:sp>
        <p:nvSpPr>
          <p:cNvPr id="43" name="Shape 41"/>
          <p:cNvSpPr/>
          <p:nvPr/>
        </p:nvSpPr>
        <p:spPr>
          <a:xfrm>
            <a:off x="8083296" y="4206240"/>
            <a:ext cx="3520440" cy="1645920"/>
          </a:xfrm>
          <a:prstGeom prst="roundRect">
            <a:avLst>
              <a:gd name="adj" fmla="val 3889"/>
            </a:avLst>
          </a:prstGeom>
          <a:solidFill>
            <a:srgbClr val="FFCD03">
              <a:alpha val="0"/>
            </a:srgbClr>
          </a:solidFill>
          <a:ln w="25400">
            <a:solidFill>
              <a:srgbClr val="FFCD03"/>
            </a:solidFill>
            <a:prstDash val="dash"/>
          </a:ln>
        </p:spPr>
      </p:sp>
      <p:sp>
        <p:nvSpPr>
          <p:cNvPr id="44" name="Text 42"/>
          <p:cNvSpPr txBox="1"/>
          <p:nvPr/>
        </p:nvSpPr>
        <p:spPr>
          <a:xfrm>
            <a:off x="8311896" y="4389120"/>
            <a:ext cx="3108960" cy="457200"/>
          </a:xfrm>
          <a:prstGeom prst="rect">
            <a:avLst/>
          </a:prstGeom>
          <a:noFill/>
          <a:ln/>
        </p:spPr>
        <p:txBody>
          <a:bodyPr wrap="square" lIns="0" tIns="0" rIns="0" bIns="0" rtlCol="0" anchor="ctr"/>
          <a:lstStyle/>
          <a:p>
            <a:pPr algn="l" indent="0" marL="0">
              <a:lnSpc>
                <a:spcPct val="110000"/>
              </a:lnSpc>
              <a:buNone/>
            </a:pPr>
            <a:r>
              <a:rPr lang="en-US" sz="2000" b="1" dirty="0">
                <a:solidFill>
                  <a:srgbClr val="FFCD03"/>
                </a:solidFill>
                <a:latin typeface="맑은 고딕" pitchFamily="34" charset="0"/>
                <a:ea typeface="맑은 고딕" pitchFamily="34" charset="-122"/>
                <a:cs typeface="맑은 고딕" pitchFamily="34" charset="-120"/>
              </a:rPr>
              <a:t>여러분의 블록</a:t>
            </a:r>
            <a:endParaRPr lang="en-US" sz="2000" dirty="0"/>
          </a:p>
        </p:txBody>
      </p:sp>
      <p:sp>
        <p:nvSpPr>
          <p:cNvPr id="45" name="Text 43"/>
          <p:cNvSpPr txBox="1"/>
          <p:nvPr/>
        </p:nvSpPr>
        <p:spPr>
          <a:xfrm>
            <a:off x="8311896" y="4919472"/>
            <a:ext cx="3108960" cy="777240"/>
          </a:xfrm>
          <a:prstGeom prst="rect">
            <a:avLst/>
          </a:prstGeom>
          <a:noFill/>
          <a:ln/>
        </p:spPr>
        <p:txBody>
          <a:bodyPr wrap="square" lIns="0" tIns="0" rIns="0" bIns="0" rtlCol="0" anchor="t"/>
          <a:lstStyle/>
          <a:p>
            <a:pPr algn="l" indent="0" marL="0">
              <a:lnSpc>
                <a:spcPct val="120000"/>
              </a:lnSpc>
              <a:buNone/>
            </a:pPr>
            <a:r>
              <a:rPr lang="en-US" sz="1350" dirty="0">
                <a:solidFill>
                  <a:srgbClr val="FFCD03"/>
                </a:solidFill>
                <a:latin typeface="맑은 고딕" pitchFamily="34" charset="0"/>
                <a:ea typeface="맑은 고딕" pitchFamily="34" charset="-122"/>
                <a:cs typeface="맑은 고딕" pitchFamily="34" charset="-120"/>
              </a:rPr>
              <a:t>필요한 기능을 저장소에</a:t>
            </a:r>
            <a:endParaRPr lang="en-US" sz="1350" dirty="0"/>
          </a:p>
          <a:p>
            <a:pPr algn="l" indent="0" marL="0">
              <a:lnSpc>
                <a:spcPct val="120000"/>
              </a:lnSpc>
              <a:buNone/>
            </a:pPr>
            <a:r>
              <a:rPr lang="en-US" sz="1350" dirty="0">
                <a:solidFill>
                  <a:srgbClr val="FFCD03"/>
                </a:solidFill>
                <a:latin typeface="맑은 고딕" pitchFamily="34" charset="0"/>
                <a:ea typeface="맑은 고딕" pitchFamily="34" charset="-122"/>
                <a:cs typeface="맑은 고딕" pitchFamily="34" charset="-120"/>
              </a:rPr>
              <a:t>제안해 주세요</a:t>
            </a:r>
            <a:endParaRPr lang="en-US" sz="1350" dirty="0"/>
          </a:p>
        </p:txBody>
      </p:sp>
      <p:pic>
        <p:nvPicPr>
          <p:cNvPr id="46" name="Image 0" descr="C:\Users\11130\AppData\Local\Temp\claude\G---------06-----02-1------------------\b45cd224-f100-4a9b-b6db-1510db178426\scratchpad\deck\qr_repo.png">    </p:cNvPr>
          <p:cNvPicPr>
            <a:picLocks noChangeAspect="1"/>
          </p:cNvPicPr>
          <p:nvPr/>
        </p:nvPicPr>
        <p:blipFill>
          <a:blip r:embed="rId1"/>
          <a:stretch>
            <a:fillRect/>
          </a:stretch>
        </p:blipFill>
        <p:spPr>
          <a:xfrm>
            <a:off x="10716768" y="6053328"/>
            <a:ext cx="658368" cy="658368"/>
          </a:xfrm>
          <a:prstGeom prst="rect">
            <a:avLst/>
          </a:prstGeom>
        </p:spPr>
      </p:pic>
      <p:sp>
        <p:nvSpPr>
          <p:cNvPr id="47" name="Text 44"/>
          <p:cNvSpPr txBox="1"/>
          <p:nvPr/>
        </p:nvSpPr>
        <p:spPr>
          <a:xfrm>
            <a:off x="548640" y="6144768"/>
            <a:ext cx="9966960" cy="457200"/>
          </a:xfrm>
          <a:prstGeom prst="rect">
            <a:avLst/>
          </a:prstGeom>
          <a:noFill/>
          <a:ln/>
        </p:spPr>
        <p:txBody>
          <a:bodyPr wrap="square" lIns="0" tIns="0" rIns="0" bIns="0" rtlCol="0" anchor="ctr"/>
          <a:lstStyle/>
          <a:p>
            <a:pPr algn="l" indent="0" marL="0">
              <a:lnSpc>
                <a:spcPct val="110000"/>
              </a:lnSpc>
              <a:buNone/>
            </a:pPr>
            <a:r>
              <a:rPr lang="en-US" sz="1600" b="1" dirty="0">
                <a:solidFill>
                  <a:srgbClr val="FFCD03"/>
                </a:solidFill>
                <a:latin typeface="맑은 고딕" pitchFamily="34" charset="0"/>
                <a:ea typeface="맑은 고딕" pitchFamily="34" charset="-122"/>
                <a:cs typeface="맑은 고딕" pitchFamily="34" charset="-120"/>
              </a:rPr>
              <a:t>같이 쌓아요  ·  github.com/legoschool/pkos-textbook</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자료변환기 소개</dc:title>
  <dc:subject>PptxGenJS Presentation</dc:subject>
  <dc:creator>레고학교</dc:creator>
  <cp:lastModifiedBy>레고학교</cp:lastModifiedBy>
  <cp:revision>1</cp:revision>
  <dcterms:created xsi:type="dcterms:W3CDTF">2026-09-17T10:56:58Z</dcterms:created>
  <dcterms:modified xsi:type="dcterms:W3CDTF">2026-09-17T10:56:58Z</dcterms:modified>
</cp:coreProperties>
</file>